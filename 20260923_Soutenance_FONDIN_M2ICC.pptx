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notesSlides/notesSlide31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71" r:id="rId17"/>
    <p:sldId id="272" r:id="rId18"/>
    <p:sldId id="275" r:id="rId19"/>
    <p:sldId id="277" r:id="rId20"/>
    <p:sldId id="278" r:id="rId21"/>
    <p:sldId id="279" r:id="rId22"/>
    <p:sldId id="276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3" r:id="rId31"/>
    <p:sldId id="274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CE1159B-57E7-4171-8AEA-B68BA3175B3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8"/>
            <p14:sldId id="271"/>
            <p14:sldId id="272"/>
            <p14:sldId id="275"/>
            <p14:sldId id="277"/>
            <p14:sldId id="278"/>
            <p14:sldId id="279"/>
            <p14:sldId id="276"/>
            <p14:sldId id="281"/>
            <p14:sldId id="282"/>
          </p14:sldIdLst>
        </p14:section>
        <p14:section name="Annexes" id="{E3106B18-1055-4E6B-A434-E8DFAAAFB741}">
          <p14:sldIdLst>
            <p14:sldId id="283"/>
            <p14:sldId id="284"/>
            <p14:sldId id="285"/>
            <p14:sldId id="286"/>
            <p14:sldId id="287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72B"/>
    <a:srgbClr val="EFF2F1"/>
    <a:srgbClr val="4472C4"/>
    <a:srgbClr val="2E7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5CF44-001E-4223-9709-0BA4DF5F0E37}" v="8" dt="2026-09-24T08:53:25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641" autoAdjust="0"/>
  </p:normalViewPr>
  <p:slideViewPr>
    <p:cSldViewPr snapToGrid="0" snapToObjects="1">
      <p:cViewPr varScale="1">
        <p:scale>
          <a:sx n="110" d="100"/>
          <a:sy n="110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din, Remi" userId="f49ca8a7-edd8-41c4-878f-9d0a68572c3c" providerId="ADAL" clId="{6EC959C9-74E7-4561-A8B9-91191E90E3BD}"/>
    <pc:docChg chg="undo custSel addSld delSld modSld sldOrd addSection modSection">
      <pc:chgData name="Fondin, Remi" userId="f49ca8a7-edd8-41c4-878f-9d0a68572c3c" providerId="ADAL" clId="{6EC959C9-74E7-4561-A8B9-91191E90E3BD}" dt="2026-09-24T08:55:00.604" v="869" actId="20577"/>
      <pc:docMkLst>
        <pc:docMk/>
      </pc:docMkLst>
      <pc:sldChg chg="addSp mod modNotesTx">
        <pc:chgData name="Fondin, Remi" userId="f49ca8a7-edd8-41c4-878f-9d0a68572c3c" providerId="ADAL" clId="{6EC959C9-74E7-4561-A8B9-91191E90E3BD}" dt="2026-09-24T08:50:56.038" v="827" actId="20577"/>
        <pc:sldMkLst>
          <pc:docMk/>
          <pc:sldMk cId="0" sldId="256"/>
        </pc:sldMkLst>
        <pc:picChg chg="add">
          <ac:chgData name="Fondin, Remi" userId="f49ca8a7-edd8-41c4-878f-9d0a68572c3c" providerId="ADAL" clId="{6EC959C9-74E7-4561-A8B9-91191E90E3BD}" dt="2026-09-21T08:34:03.053" v="0" actId="22"/>
          <ac:picMkLst>
            <pc:docMk/>
            <pc:sldMk cId="0" sldId="256"/>
            <ac:picMk id="8" creationId="{F3AE362F-053F-3229-CC3F-BA9E64B6B630}"/>
          </ac:picMkLst>
        </pc:picChg>
      </pc:sldChg>
      <pc:sldChg chg="delSp mod modNotesTx">
        <pc:chgData name="Fondin, Remi" userId="f49ca8a7-edd8-41c4-878f-9d0a68572c3c" providerId="ADAL" clId="{6EC959C9-74E7-4561-A8B9-91191E90E3BD}" dt="2026-09-24T08:51:02.720" v="828" actId="20577"/>
        <pc:sldMkLst>
          <pc:docMk/>
          <pc:sldMk cId="0" sldId="257"/>
        </pc:sldMkLst>
        <pc:spChg chg="del">
          <ac:chgData name="Fondin, Remi" userId="f49ca8a7-edd8-41c4-878f-9d0a68572c3c" providerId="ADAL" clId="{6EC959C9-74E7-4561-A8B9-91191E90E3BD}" dt="2026-09-23T12:30:51.183" v="684" actId="478"/>
          <ac:spMkLst>
            <pc:docMk/>
            <pc:sldMk cId="0" sldId="257"/>
            <ac:spMk id="12" creationId="{00000000-0000-0000-0000-000000000000}"/>
          </ac:spMkLst>
        </pc:spChg>
      </pc:sldChg>
      <pc:sldChg chg="modNotesTx">
        <pc:chgData name="Fondin, Remi" userId="f49ca8a7-edd8-41c4-878f-9d0a68572c3c" providerId="ADAL" clId="{6EC959C9-74E7-4561-A8B9-91191E90E3BD}" dt="2026-09-24T08:51:06.240" v="829" actId="20577"/>
        <pc:sldMkLst>
          <pc:docMk/>
          <pc:sldMk cId="0" sldId="258"/>
        </pc:sldMkLst>
      </pc:sldChg>
      <pc:sldChg chg="addSp delSp mod modNotesTx">
        <pc:chgData name="Fondin, Remi" userId="f49ca8a7-edd8-41c4-878f-9d0a68572c3c" providerId="ADAL" clId="{6EC959C9-74E7-4561-A8B9-91191E90E3BD}" dt="2026-09-24T08:51:11.616" v="830" actId="6549"/>
        <pc:sldMkLst>
          <pc:docMk/>
          <pc:sldMk cId="0" sldId="259"/>
        </pc:sldMkLst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41" creationId="{9C69B6C0-A2CF-D6DD-C04C-65962E3E09AB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43" creationId="{891C3B91-EF3F-3488-FC36-9AF1999DAEE6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45" creationId="{338A0DA3-0ECA-17C7-DCE8-31FF6BAD52CC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47" creationId="{D25B262B-5176-F211-DEB5-D166753E11DC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57" creationId="{0B4D38FB-13F9-9E2C-CDD3-7719BFF7D8AA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63" creationId="{C766EFD3-CF0C-EF2C-D17C-905D3A3350A8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67" creationId="{2EA412DC-7F3A-9D93-1D25-3BD20A57978A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75" creationId="{E6DDA44D-DEC5-1F0F-004A-883A12989996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79" creationId="{493A05C8-AC2E-7590-E816-08B9A67605BD}"/>
          </ac:spMkLst>
        </pc:spChg>
        <pc:spChg chg="add">
          <ac:chgData name="Fondin, Remi" userId="f49ca8a7-edd8-41c4-878f-9d0a68572c3c" providerId="ADAL" clId="{6EC959C9-74E7-4561-A8B9-91191E90E3BD}" dt="2026-09-21T08:35:05.285" v="2" actId="22"/>
          <ac:spMkLst>
            <pc:docMk/>
            <pc:sldMk cId="0" sldId="259"/>
            <ac:spMk id="81" creationId="{BB3F5339-BC37-99A0-F30D-038044437B13}"/>
          </ac:spMkLst>
        </pc:spChg>
      </pc:sldChg>
      <pc:sldChg chg="modSp mod modNotesTx">
        <pc:chgData name="Fondin, Remi" userId="f49ca8a7-edd8-41c4-878f-9d0a68572c3c" providerId="ADAL" clId="{6EC959C9-74E7-4561-A8B9-91191E90E3BD}" dt="2026-09-24T08:51:15.035" v="831" actId="6549"/>
        <pc:sldMkLst>
          <pc:docMk/>
          <pc:sldMk cId="0" sldId="260"/>
        </pc:sldMkLst>
        <pc:spChg chg="mod">
          <ac:chgData name="Fondin, Remi" userId="f49ca8a7-edd8-41c4-878f-9d0a68572c3c" providerId="ADAL" clId="{6EC959C9-74E7-4561-A8B9-91191E90E3BD}" dt="2026-09-21T13:59:17.031" v="167" actId="14100"/>
          <ac:spMkLst>
            <pc:docMk/>
            <pc:sldMk cId="0" sldId="260"/>
            <ac:spMk id="16" creationId="{00000000-0000-0000-0000-000000000000}"/>
          </ac:spMkLst>
        </pc:spChg>
      </pc:sldChg>
      <pc:sldChg chg="addSp delSp modSp mod modNotesTx">
        <pc:chgData name="Fondin, Remi" userId="f49ca8a7-edd8-41c4-878f-9d0a68572c3c" providerId="ADAL" clId="{6EC959C9-74E7-4561-A8B9-91191E90E3BD}" dt="2026-09-24T08:51:19.183" v="832" actId="6549"/>
        <pc:sldMkLst>
          <pc:docMk/>
          <pc:sldMk cId="0" sldId="261"/>
        </pc:sldMkLst>
        <pc:spChg chg="mod">
          <ac:chgData name="Fondin, Remi" userId="f49ca8a7-edd8-41c4-878f-9d0a68572c3c" providerId="ADAL" clId="{6EC959C9-74E7-4561-A8B9-91191E90E3BD}" dt="2026-09-21T08:36:54.979" v="8" actId="403"/>
          <ac:spMkLst>
            <pc:docMk/>
            <pc:sldMk cId="0" sldId="261"/>
            <ac:spMk id="8" creationId="{00000000-0000-0000-0000-000000000000}"/>
          </ac:spMkLst>
        </pc:spChg>
        <pc:spChg chg="add">
          <ac:chgData name="Fondin, Remi" userId="f49ca8a7-edd8-41c4-878f-9d0a68572c3c" providerId="ADAL" clId="{6EC959C9-74E7-4561-A8B9-91191E90E3BD}" dt="2026-09-21T08:37:11.188" v="10" actId="22"/>
          <ac:spMkLst>
            <pc:docMk/>
            <pc:sldMk cId="0" sldId="261"/>
            <ac:spMk id="17" creationId="{12F77BAE-BDEB-3EED-A0FD-5000994EA0F5}"/>
          </ac:spMkLst>
        </pc:spChg>
        <pc:picChg chg="add">
          <ac:chgData name="Fondin, Remi" userId="f49ca8a7-edd8-41c4-878f-9d0a68572c3c" providerId="ADAL" clId="{6EC959C9-74E7-4561-A8B9-91191E90E3BD}" dt="2026-09-21T08:37:11.188" v="10" actId="22"/>
          <ac:picMkLst>
            <pc:docMk/>
            <pc:sldMk cId="0" sldId="261"/>
            <ac:picMk id="19" creationId="{7C90B04A-847E-CC4E-6D04-608E875CA07E}"/>
          </ac:picMkLst>
        </pc:picChg>
      </pc:sldChg>
      <pc:sldChg chg="modNotesTx">
        <pc:chgData name="Fondin, Remi" userId="f49ca8a7-edd8-41c4-878f-9d0a68572c3c" providerId="ADAL" clId="{6EC959C9-74E7-4561-A8B9-91191E90E3BD}" dt="2026-09-24T08:51:22.933" v="833" actId="6549"/>
        <pc:sldMkLst>
          <pc:docMk/>
          <pc:sldMk cId="0" sldId="262"/>
        </pc:sldMkLst>
      </pc:sldChg>
      <pc:sldChg chg="delSp modSp mod modNotesTx">
        <pc:chgData name="Fondin, Remi" userId="f49ca8a7-edd8-41c4-878f-9d0a68572c3c" providerId="ADAL" clId="{6EC959C9-74E7-4561-A8B9-91191E90E3BD}" dt="2026-09-24T08:51:25.733" v="834" actId="6549"/>
        <pc:sldMkLst>
          <pc:docMk/>
          <pc:sldMk cId="0" sldId="263"/>
        </pc:sldMkLst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12:35.077" v="262" actId="1035"/>
          <ac:spMkLst>
            <pc:docMk/>
            <pc:sldMk cId="0" sldId="263"/>
            <ac:spMk id="15" creationId="{00000000-0000-0000-0000-000000000000}"/>
          </ac:spMkLst>
        </pc:spChg>
      </pc:sldChg>
      <pc:sldChg chg="modNotesTx">
        <pc:chgData name="Fondin, Remi" userId="f49ca8a7-edd8-41c4-878f-9d0a68572c3c" providerId="ADAL" clId="{6EC959C9-74E7-4561-A8B9-91191E90E3BD}" dt="2026-09-24T08:51:29.308" v="835" actId="6549"/>
        <pc:sldMkLst>
          <pc:docMk/>
          <pc:sldMk cId="0" sldId="264"/>
        </pc:sldMkLst>
      </pc:sldChg>
      <pc:sldChg chg="addSp delSp modSp mod modNotesTx">
        <pc:chgData name="Fondin, Remi" userId="f49ca8a7-edd8-41c4-878f-9d0a68572c3c" providerId="ADAL" clId="{6EC959C9-74E7-4561-A8B9-91191E90E3BD}" dt="2026-09-24T08:51:32.317" v="836" actId="6549"/>
        <pc:sldMkLst>
          <pc:docMk/>
          <pc:sldMk cId="0" sldId="265"/>
        </pc:sldMkLst>
        <pc:spChg chg="mod">
          <ac:chgData name="Fondin, Remi" userId="f49ca8a7-edd8-41c4-878f-9d0a68572c3c" providerId="ADAL" clId="{6EC959C9-74E7-4561-A8B9-91191E90E3BD}" dt="2026-09-21T08:41:34.985" v="41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Fondin, Remi" userId="f49ca8a7-edd8-41c4-878f-9d0a68572c3c" providerId="ADAL" clId="{6EC959C9-74E7-4561-A8B9-91191E90E3BD}" dt="2026-09-21T14:01:28.651" v="177" actId="1582"/>
          <ac:spMkLst>
            <pc:docMk/>
            <pc:sldMk cId="0" sldId="265"/>
            <ac:spMk id="5" creationId="{C605EFE7-A43D-0259-D788-9000B0C98989}"/>
          </ac:spMkLst>
        </pc:spChg>
        <pc:spChg chg="add mod">
          <ac:chgData name="Fondin, Remi" userId="f49ca8a7-edd8-41c4-878f-9d0a68572c3c" providerId="ADAL" clId="{6EC959C9-74E7-4561-A8B9-91191E90E3BD}" dt="2026-09-21T14:02:05.500" v="182" actId="1076"/>
          <ac:spMkLst>
            <pc:docMk/>
            <pc:sldMk cId="0" sldId="265"/>
            <ac:spMk id="7" creationId="{FA7A448B-A77D-D413-B3F6-63C4FE43CD23}"/>
          </ac:spMkLst>
        </pc:spChg>
        <pc:spChg chg="mod">
          <ac:chgData name="Fondin, Remi" userId="f49ca8a7-edd8-41c4-878f-9d0a68572c3c" providerId="ADAL" clId="{6EC959C9-74E7-4561-A8B9-91191E90E3BD}" dt="2026-09-21T08:44:11.693" v="64" actId="208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39" creationId="{00000000-0000-0000-0000-000000000000}"/>
          </ac:spMkLst>
        </pc:spChg>
        <pc:spChg chg="add 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44" creationId="{8D6A5A91-A298-606B-46CA-E9C0CC492537}"/>
          </ac:spMkLst>
        </pc:spChg>
        <pc:spChg chg="add mod">
          <ac:chgData name="Fondin, Remi" userId="f49ca8a7-edd8-41c4-878f-9d0a68572c3c" providerId="ADAL" clId="{6EC959C9-74E7-4561-A8B9-91191E90E3BD}" dt="2026-09-21T08:42:21.184" v="47" actId="20577"/>
          <ac:spMkLst>
            <pc:docMk/>
            <pc:sldMk cId="0" sldId="265"/>
            <ac:spMk id="46" creationId="{EAE3D15C-FC99-5907-BF0A-B09EECA59F06}"/>
          </ac:spMkLst>
        </pc:spChg>
        <pc:spChg chg="add mod">
          <ac:chgData name="Fondin, Remi" userId="f49ca8a7-edd8-41c4-878f-9d0a68572c3c" providerId="ADAL" clId="{6EC959C9-74E7-4561-A8B9-91191E90E3BD}" dt="2026-09-21T08:44:20.597" v="86" actId="1035"/>
          <ac:spMkLst>
            <pc:docMk/>
            <pc:sldMk cId="0" sldId="265"/>
            <ac:spMk id="48" creationId="{4FFBAD8E-B03C-96B6-2981-5B84955ABEE5}"/>
          </ac:spMkLst>
        </pc:spChg>
        <pc:spChg chg="add mod">
          <ac:chgData name="Fondin, Remi" userId="f49ca8a7-edd8-41c4-878f-9d0a68572c3c" providerId="ADAL" clId="{6EC959C9-74E7-4561-A8B9-91191E90E3BD}" dt="2026-09-21T08:42:50.685" v="51"/>
          <ac:spMkLst>
            <pc:docMk/>
            <pc:sldMk cId="0" sldId="265"/>
            <ac:spMk id="50" creationId="{9207878F-5200-DDCA-567E-070CE49D78F4}"/>
          </ac:spMkLst>
        </pc:spChg>
      </pc:sldChg>
      <pc:sldChg chg="modNotesTx">
        <pc:chgData name="Fondin, Remi" userId="f49ca8a7-edd8-41c4-878f-9d0a68572c3c" providerId="ADAL" clId="{6EC959C9-74E7-4561-A8B9-91191E90E3BD}" dt="2026-09-24T08:51:35.447" v="837" actId="6549"/>
        <pc:sldMkLst>
          <pc:docMk/>
          <pc:sldMk cId="0" sldId="266"/>
        </pc:sldMkLst>
      </pc:sldChg>
      <pc:sldChg chg="modNotesTx">
        <pc:chgData name="Fondin, Remi" userId="f49ca8a7-edd8-41c4-878f-9d0a68572c3c" providerId="ADAL" clId="{6EC959C9-74E7-4561-A8B9-91191E90E3BD}" dt="2026-09-24T08:51:38.907" v="838" actId="6549"/>
        <pc:sldMkLst>
          <pc:docMk/>
          <pc:sldMk cId="0" sldId="267"/>
        </pc:sldMkLst>
      </pc:sldChg>
      <pc:sldChg chg="delSp modSp mod modNotesTx">
        <pc:chgData name="Fondin, Remi" userId="f49ca8a7-edd8-41c4-878f-9d0a68572c3c" providerId="ADAL" clId="{6EC959C9-74E7-4561-A8B9-91191E90E3BD}" dt="2026-09-24T08:51:41.867" v="839" actId="6549"/>
        <pc:sldMkLst>
          <pc:docMk/>
          <pc:sldMk cId="0" sldId="268"/>
        </pc:sldMkLst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43.779" v="122" actId="103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5:50.292" v="133" actId="1035"/>
          <ac:spMkLst>
            <pc:docMk/>
            <pc:sldMk cId="0" sldId="268"/>
            <ac:spMk id="26" creationId="{00000000-0000-0000-0000-000000000000}"/>
          </ac:spMkLst>
        </pc:spChg>
      </pc:sldChg>
      <pc:sldChg chg="delSp modSp mod modNotesTx">
        <pc:chgData name="Fondin, Remi" userId="f49ca8a7-edd8-41c4-878f-9d0a68572c3c" providerId="ADAL" clId="{6EC959C9-74E7-4561-A8B9-91191E90E3BD}" dt="2026-09-24T08:51:46.288" v="840" actId="6549"/>
        <pc:sldMkLst>
          <pc:docMk/>
          <pc:sldMk cId="0" sldId="269"/>
        </pc:sldMkLst>
        <pc:spChg chg="mod">
          <ac:chgData name="Fondin, Remi" userId="f49ca8a7-edd8-41c4-878f-9d0a68572c3c" providerId="ADAL" clId="{6EC959C9-74E7-4561-A8B9-91191E90E3BD}" dt="2026-09-21T08:46:41.528" v="136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6:46.654" v="137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47:13.534" v="142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14:06:54.276" v="235" actId="14100"/>
          <ac:spMkLst>
            <pc:docMk/>
            <pc:sldMk cId="0" sldId="269"/>
            <ac:spMk id="28" creationId="{00000000-0000-0000-0000-000000000000}"/>
          </ac:spMkLst>
        </pc:spChg>
        <pc:spChg chg="del">
          <ac:chgData name="Fondin, Remi" userId="f49ca8a7-edd8-41c4-878f-9d0a68572c3c" providerId="ADAL" clId="{6EC959C9-74E7-4561-A8B9-91191E90E3BD}" dt="2026-09-23T14:08:48.452" v="685" actId="478"/>
          <ac:spMkLst>
            <pc:docMk/>
            <pc:sldMk cId="0" sldId="269"/>
            <ac:spMk id="32" creationId="{00000000-0000-0000-0000-000000000000}"/>
          </ac:spMkLst>
        </pc:spChg>
      </pc:sldChg>
      <pc:sldChg chg="modNotesTx">
        <pc:chgData name="Fondin, Remi" userId="f49ca8a7-edd8-41c4-878f-9d0a68572c3c" providerId="ADAL" clId="{6EC959C9-74E7-4561-A8B9-91191E90E3BD}" dt="2026-09-24T08:51:51.624" v="842" actId="6549"/>
        <pc:sldMkLst>
          <pc:docMk/>
          <pc:sldMk cId="0" sldId="271"/>
        </pc:sldMkLst>
      </pc:sldChg>
      <pc:sldChg chg="addSp delSp modSp mod modNotesTx">
        <pc:chgData name="Fondin, Remi" userId="f49ca8a7-edd8-41c4-878f-9d0a68572c3c" providerId="ADAL" clId="{6EC959C9-74E7-4561-A8B9-91191E90E3BD}" dt="2026-09-24T08:51:54.234" v="843" actId="6549"/>
        <pc:sldMkLst>
          <pc:docMk/>
          <pc:sldMk cId="0" sldId="272"/>
        </pc:sldMkLst>
        <pc:spChg chg="mod">
          <ac:chgData name="Fondin, Remi" userId="f49ca8a7-edd8-41c4-878f-9d0a68572c3c" providerId="ADAL" clId="{6EC959C9-74E7-4561-A8B9-91191E90E3BD}" dt="2026-09-23T12:26:52.908" v="543" actId="790"/>
          <ac:spMkLst>
            <pc:docMk/>
            <pc:sldMk cId="0" sldId="272"/>
            <ac:spMk id="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6:52.908" v="543" actId="790"/>
          <ac:spMkLst>
            <pc:docMk/>
            <pc:sldMk cId="0" sldId="272"/>
            <ac:spMk id="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6:52.908" v="543" actId="790"/>
          <ac:spMkLst>
            <pc:docMk/>
            <pc:sldMk cId="0" sldId="272"/>
            <ac:spMk id="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6:52.908" v="543" actId="790"/>
          <ac:spMkLst>
            <pc:docMk/>
            <pc:sldMk cId="0" sldId="272"/>
            <ac:spMk id="2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43.135" v="671" actId="1076"/>
          <ac:spMkLst>
            <pc:docMk/>
            <pc:sldMk cId="0" sldId="272"/>
            <ac:spMk id="3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43.135" v="671" actId="1076"/>
          <ac:spMkLst>
            <pc:docMk/>
            <pc:sldMk cId="0" sldId="272"/>
            <ac:spMk id="3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3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2:26:52.908" v="543" actId="790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Fondin, Remi" userId="f49ca8a7-edd8-41c4-878f-9d0a68572c3c" providerId="ADAL" clId="{6EC959C9-74E7-4561-A8B9-91191E90E3BD}" dt="2026-09-23T12:29:50.589" v="683" actId="1036"/>
          <ac:spMkLst>
            <pc:docMk/>
            <pc:sldMk cId="0" sldId="272"/>
            <ac:spMk id="37" creationId="{2127CB2B-C597-B371-785A-9624D33BFB30}"/>
          </ac:spMkLst>
        </pc:spChg>
        <pc:spChg chg="add mod">
          <ac:chgData name="Fondin, Remi" userId="f49ca8a7-edd8-41c4-878f-9d0a68572c3c" providerId="ADAL" clId="{6EC959C9-74E7-4561-A8B9-91191E90E3BD}" dt="2026-09-23T12:29:43.135" v="671" actId="1076"/>
          <ac:spMkLst>
            <pc:docMk/>
            <pc:sldMk cId="0" sldId="272"/>
            <ac:spMk id="39" creationId="{97103A4B-5FEE-1093-2FD9-6BC583532FD8}"/>
          </ac:spMkLst>
        </pc:spChg>
        <pc:spChg chg="add del mod">
          <ac:chgData name="Fondin, Remi" userId="f49ca8a7-edd8-41c4-878f-9d0a68572c3c" providerId="ADAL" clId="{6EC959C9-74E7-4561-A8B9-91191E90E3BD}" dt="2026-09-23T12:29:24.247" v="642" actId="478"/>
          <ac:spMkLst>
            <pc:docMk/>
            <pc:sldMk cId="0" sldId="272"/>
            <ac:spMk id="41" creationId="{C888FCB5-D0B5-63A8-24BF-72E1F588D212}"/>
          </ac:spMkLst>
        </pc:spChg>
        <pc:spChg chg="add del mod">
          <ac:chgData name="Fondin, Remi" userId="f49ca8a7-edd8-41c4-878f-9d0a68572c3c" providerId="ADAL" clId="{6EC959C9-74E7-4561-A8B9-91191E90E3BD}" dt="2026-09-23T12:29:22.407" v="641" actId="478"/>
          <ac:spMkLst>
            <pc:docMk/>
            <pc:sldMk cId="0" sldId="272"/>
            <ac:spMk id="43" creationId="{F7DAEBFB-56B6-AA76-9C7D-52E6ECD7EF1A}"/>
          </ac:spMkLst>
        </pc:spChg>
        <pc:spChg chg="add del mod">
          <ac:chgData name="Fondin, Remi" userId="f49ca8a7-edd8-41c4-878f-9d0a68572c3c" providerId="ADAL" clId="{6EC959C9-74E7-4561-A8B9-91191E90E3BD}" dt="2026-09-23T12:27:35.281" v="614" actId="478"/>
          <ac:spMkLst>
            <pc:docMk/>
            <pc:sldMk cId="0" sldId="272"/>
            <ac:spMk id="45" creationId="{325F1396-5EA4-0D35-9AAC-103F7B8C3454}"/>
          </ac:spMkLst>
        </pc:spChg>
        <pc:spChg chg="add del mod">
          <ac:chgData name="Fondin, Remi" userId="f49ca8a7-edd8-41c4-878f-9d0a68572c3c" providerId="ADAL" clId="{6EC959C9-74E7-4561-A8B9-91191E90E3BD}" dt="2026-09-23T12:27:33.374" v="613" actId="478"/>
          <ac:spMkLst>
            <pc:docMk/>
            <pc:sldMk cId="0" sldId="272"/>
            <ac:spMk id="47" creationId="{60116254-2D8C-A19B-317A-89F09138B31F}"/>
          </ac:spMkLst>
        </pc:spChg>
      </pc:sldChg>
      <pc:sldChg chg="modSp mod ord modShow modNotesTx">
        <pc:chgData name="Fondin, Remi" userId="f49ca8a7-edd8-41c4-878f-9d0a68572c3c" providerId="ADAL" clId="{6EC959C9-74E7-4561-A8B9-91191E90E3BD}" dt="2026-09-24T08:54:54.755" v="867" actId="20577"/>
        <pc:sldMkLst>
          <pc:docMk/>
          <pc:sldMk cId="0" sldId="273"/>
        </pc:sldMkLst>
        <pc:spChg chg="mod">
          <ac:chgData name="Fondin, Remi" userId="f49ca8a7-edd8-41c4-878f-9d0a68572c3c" providerId="ADAL" clId="{6EC959C9-74E7-4561-A8B9-91191E90E3BD}" dt="2026-09-24T08:54:54.755" v="867" actId="20577"/>
          <ac:spMkLst>
            <pc:docMk/>
            <pc:sldMk cId="0" sldId="273"/>
            <ac:spMk id="10" creationId="{00000000-0000-0000-0000-000000000000}"/>
          </ac:spMkLst>
        </pc:spChg>
      </pc:sldChg>
      <pc:sldChg chg="modSp mod ord modShow modNotesTx">
        <pc:chgData name="Fondin, Remi" userId="f49ca8a7-edd8-41c4-878f-9d0a68572c3c" providerId="ADAL" clId="{6EC959C9-74E7-4561-A8B9-91191E90E3BD}" dt="2026-09-24T08:55:00.604" v="869" actId="20577"/>
        <pc:sldMkLst>
          <pc:docMk/>
          <pc:sldMk cId="0" sldId="274"/>
        </pc:sldMkLst>
        <pc:spChg chg="mod">
          <ac:chgData name="Fondin, Remi" userId="f49ca8a7-edd8-41c4-878f-9d0a68572c3c" providerId="ADAL" clId="{6EC959C9-74E7-4561-A8B9-91191E90E3BD}" dt="2026-09-24T08:55:00.604" v="869" actId="20577"/>
          <ac:spMkLst>
            <pc:docMk/>
            <pc:sldMk cId="0" sldId="274"/>
            <ac:spMk id="11" creationId="{00000000-0000-0000-0000-000000000000}"/>
          </ac:spMkLst>
        </pc:spChg>
      </pc:sldChg>
      <pc:sldChg chg="delSp modSp mod modNotesTx">
        <pc:chgData name="Fondin, Remi" userId="f49ca8a7-edd8-41c4-878f-9d0a68572c3c" providerId="ADAL" clId="{6EC959C9-74E7-4561-A8B9-91191E90E3BD}" dt="2026-09-24T08:51:56.696" v="844" actId="6549"/>
        <pc:sldMkLst>
          <pc:docMk/>
          <pc:sldMk cId="0" sldId="275"/>
        </pc:sldMkLst>
        <pc:spChg chg="mod">
          <ac:chgData name="Fondin, Remi" userId="f49ca8a7-edd8-41c4-878f-9d0a68572c3c" providerId="ADAL" clId="{6EC959C9-74E7-4561-A8B9-91191E90E3BD}" dt="2026-09-22T21:29:30.164" v="274" actId="20577"/>
          <ac:spMkLst>
            <pc:docMk/>
            <pc:sldMk cId="0" sldId="275"/>
            <ac:spMk id="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29:34.861" v="281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29:39.158" v="288" actId="20577"/>
          <ac:spMkLst>
            <pc:docMk/>
            <pc:sldMk cId="0" sldId="275"/>
            <ac:spMk id="1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14:05:45.948" v="233" actId="1035"/>
          <ac:spMkLst>
            <pc:docMk/>
            <pc:sldMk cId="0" sldId="275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14:05:45.948" v="233" actId="1035"/>
          <ac:spMkLst>
            <pc:docMk/>
            <pc:sldMk cId="0" sldId="275"/>
            <ac:spMk id="1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7:25.599" v="312" actId="20577"/>
          <ac:spMkLst>
            <pc:docMk/>
            <pc:sldMk cId="0" sldId="275"/>
            <ac:spMk id="24" creationId="{00000000-0000-0000-0000-000000000000}"/>
          </ac:spMkLst>
        </pc:spChg>
      </pc:sldChg>
      <pc:sldChg chg="addSp delSp modSp mod ord modNotesTx">
        <pc:chgData name="Fondin, Remi" userId="f49ca8a7-edd8-41c4-878f-9d0a68572c3c" providerId="ADAL" clId="{6EC959C9-74E7-4561-A8B9-91191E90E3BD}" dt="2026-09-24T08:52:07.131" v="848" actId="6549"/>
        <pc:sldMkLst>
          <pc:docMk/>
          <pc:sldMk cId="0" sldId="276"/>
        </pc:sldMkLst>
        <pc:spChg chg="mod">
          <ac:chgData name="Fondin, Remi" userId="f49ca8a7-edd8-41c4-878f-9d0a68572c3c" providerId="ADAL" clId="{6EC959C9-74E7-4561-A8B9-91191E90E3BD}" dt="2026-09-22T21:31:39.598" v="300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1:15.742" v="295" actId="14100"/>
          <ac:spMkLst>
            <pc:docMk/>
            <pc:sldMk cId="0" sldId="276"/>
            <ac:spMk id="1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1:15.742" v="295" actId="14100"/>
          <ac:spMkLst>
            <pc:docMk/>
            <pc:sldMk cId="0" sldId="276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7:48.896" v="322" actId="20577"/>
          <ac:spMkLst>
            <pc:docMk/>
            <pc:sldMk cId="0" sldId="276"/>
            <ac:spMk id="15" creationId="{00000000-0000-0000-0000-000000000000}"/>
          </ac:spMkLst>
        </pc:spChg>
        <pc:picChg chg="add mod">
          <ac:chgData name="Fondin, Remi" userId="f49ca8a7-edd8-41c4-878f-9d0a68572c3c" providerId="ADAL" clId="{6EC959C9-74E7-4561-A8B9-91191E90E3BD}" dt="2026-09-22T21:31:18.243" v="296" actId="1076"/>
          <ac:picMkLst>
            <pc:docMk/>
            <pc:sldMk cId="0" sldId="276"/>
            <ac:picMk id="17" creationId="{AA5FB15E-2C2F-7DAA-F617-DF141A84C92E}"/>
          </ac:picMkLst>
        </pc:picChg>
      </pc:sldChg>
      <pc:sldChg chg="modSp mod modNotesTx">
        <pc:chgData name="Fondin, Remi" userId="f49ca8a7-edd8-41c4-878f-9d0a68572c3c" providerId="ADAL" clId="{6EC959C9-74E7-4561-A8B9-91191E90E3BD}" dt="2026-09-24T08:51:59.608" v="845" actId="6549"/>
        <pc:sldMkLst>
          <pc:docMk/>
          <pc:sldMk cId="0" sldId="277"/>
        </pc:sldMkLst>
        <pc:spChg chg="mod">
          <ac:chgData name="Fondin, Remi" userId="f49ca8a7-edd8-41c4-878f-9d0a68572c3c" providerId="ADAL" clId="{6EC959C9-74E7-4561-A8B9-91191E90E3BD}" dt="2026-09-22T21:37:31.204" v="314" actId="20577"/>
          <ac:spMkLst>
            <pc:docMk/>
            <pc:sldMk cId="0" sldId="277"/>
            <ac:spMk id="5" creationId="{00000000-0000-0000-0000-000000000000}"/>
          </ac:spMkLst>
        </pc:spChg>
      </pc:sldChg>
      <pc:sldChg chg="delSp modSp mod ord modNotesTx">
        <pc:chgData name="Fondin, Remi" userId="f49ca8a7-edd8-41c4-878f-9d0a68572c3c" providerId="ADAL" clId="{6EC959C9-74E7-4561-A8B9-91191E90E3BD}" dt="2026-09-24T08:52:02.469" v="846" actId="6549"/>
        <pc:sldMkLst>
          <pc:docMk/>
          <pc:sldMk cId="0" sldId="278"/>
        </pc:sldMkLst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1T08:50:26.204" v="164" actId="103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7:36.968" v="316" actId="20577"/>
          <ac:spMkLst>
            <pc:docMk/>
            <pc:sldMk cId="0" sldId="278"/>
            <ac:spMk id="19" creationId="{00000000-0000-0000-0000-000000000000}"/>
          </ac:spMkLst>
        </pc:spChg>
      </pc:sldChg>
      <pc:sldChg chg="addSp modSp mod ord modNotesTx">
        <pc:chgData name="Fondin, Remi" userId="f49ca8a7-edd8-41c4-878f-9d0a68572c3c" providerId="ADAL" clId="{6EC959C9-74E7-4561-A8B9-91191E90E3BD}" dt="2026-09-24T08:52:04.804" v="847" actId="6549"/>
        <pc:sldMkLst>
          <pc:docMk/>
          <pc:sldMk cId="0" sldId="279"/>
        </pc:sldMkLst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9:58.060" v="768" actId="103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17:18.778" v="744" actId="1035"/>
          <ac:spMkLst>
            <pc:docMk/>
            <pc:sldMk cId="0" sldId="279"/>
            <ac:spMk id="2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37:43.989" v="320" actId="20577"/>
          <ac:spMkLst>
            <pc:docMk/>
            <pc:sldMk cId="0" sldId="279"/>
            <ac:spMk id="21" creationId="{00000000-0000-0000-0000-000000000000}"/>
          </ac:spMkLst>
        </pc:spChg>
        <pc:spChg chg="add mod">
          <ac:chgData name="Fondin, Remi" userId="f49ca8a7-edd8-41c4-878f-9d0a68572c3c" providerId="ADAL" clId="{6EC959C9-74E7-4561-A8B9-91191E90E3BD}" dt="2026-09-23T14:18:19.009" v="754" actId="14100"/>
          <ac:spMkLst>
            <pc:docMk/>
            <pc:sldMk cId="0" sldId="279"/>
            <ac:spMk id="23" creationId="{53AEA81A-5111-456C-E51E-80F188D3FAEB}"/>
          </ac:spMkLst>
        </pc:spChg>
      </pc:sldChg>
      <pc:sldChg chg="modSp del mod ord modNotesTx">
        <pc:chgData name="Fondin, Remi" userId="f49ca8a7-edd8-41c4-878f-9d0a68572c3c" providerId="ADAL" clId="{6EC959C9-74E7-4561-A8B9-91191E90E3BD}" dt="2026-09-24T08:52:43.358" v="859" actId="47"/>
        <pc:sldMkLst>
          <pc:docMk/>
          <pc:sldMk cId="0" sldId="280"/>
        </pc:sldMkLst>
        <pc:spChg chg="mod">
          <ac:chgData name="Fondin, Remi" userId="f49ca8a7-edd8-41c4-878f-9d0a68572c3c" providerId="ADAL" clId="{6EC959C9-74E7-4561-A8B9-91191E90E3BD}" dt="2026-09-22T21:37:59.340" v="324" actId="20577"/>
          <ac:spMkLst>
            <pc:docMk/>
            <pc:sldMk cId="0" sldId="280"/>
            <ac:spMk id="21" creationId="{00000000-0000-0000-0000-000000000000}"/>
          </ac:spMkLst>
        </pc:spChg>
      </pc:sldChg>
      <pc:sldChg chg="modSp mod modNotesTx">
        <pc:chgData name="Fondin, Remi" userId="f49ca8a7-edd8-41c4-878f-9d0a68572c3c" providerId="ADAL" clId="{6EC959C9-74E7-4561-A8B9-91191E90E3BD}" dt="2026-09-24T08:52:09.426" v="849" actId="6549"/>
        <pc:sldMkLst>
          <pc:docMk/>
          <pc:sldMk cId="0" sldId="281"/>
        </pc:sldMkLst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2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41:01.518" v="364" actId="790"/>
          <ac:spMkLst>
            <pc:docMk/>
            <pc:sldMk cId="0" sldId="281"/>
            <ac:spMk id="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8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16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1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3:02.432" v="771" actId="21"/>
          <ac:spMkLst>
            <pc:docMk/>
            <pc:sldMk cId="0" sldId="281"/>
            <ac:spMk id="19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20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23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24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3T14:24:08.445" v="806" actId="790"/>
          <ac:spMkLst>
            <pc:docMk/>
            <pc:sldMk cId="0" sldId="281"/>
            <ac:spMk id="25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40:10.286" v="357" actId="790"/>
          <ac:spMkLst>
            <pc:docMk/>
            <pc:sldMk cId="0" sldId="281"/>
            <ac:spMk id="27" creationId="{00000000-0000-0000-0000-000000000000}"/>
          </ac:spMkLst>
        </pc:spChg>
        <pc:spChg chg="mod">
          <ac:chgData name="Fondin, Remi" userId="f49ca8a7-edd8-41c4-878f-9d0a68572c3c" providerId="ADAL" clId="{6EC959C9-74E7-4561-A8B9-91191E90E3BD}" dt="2026-09-22T21:40:19.098" v="359" actId="20577"/>
          <ac:spMkLst>
            <pc:docMk/>
            <pc:sldMk cId="0" sldId="281"/>
            <ac:spMk id="29" creationId="{00000000-0000-0000-0000-000000000000}"/>
          </ac:spMkLst>
        </pc:spChg>
      </pc:sldChg>
      <pc:sldChg chg="addSp delSp modSp mod modNotesTx">
        <pc:chgData name="Fondin, Remi" userId="f49ca8a7-edd8-41c4-878f-9d0a68572c3c" providerId="ADAL" clId="{6EC959C9-74E7-4561-A8B9-91191E90E3BD}" dt="2026-09-24T08:52:11.863" v="850" actId="6549"/>
        <pc:sldMkLst>
          <pc:docMk/>
          <pc:sldMk cId="0" sldId="282"/>
        </pc:sldMkLst>
        <pc:spChg chg="mod">
          <ac:chgData name="Fondin, Remi" userId="f49ca8a7-edd8-41c4-878f-9d0a68572c3c" providerId="ADAL" clId="{6EC959C9-74E7-4561-A8B9-91191E90E3BD}" dt="2026-09-22T21:40:26.485" v="361" actId="20577"/>
          <ac:spMkLst>
            <pc:docMk/>
            <pc:sldMk cId="0" sldId="282"/>
            <ac:spMk id="6" creationId="{00000000-0000-0000-0000-000000000000}"/>
          </ac:spMkLst>
        </pc:spChg>
        <pc:picChg chg="add">
          <ac:chgData name="Fondin, Remi" userId="f49ca8a7-edd8-41c4-878f-9d0a68572c3c" providerId="ADAL" clId="{6EC959C9-74E7-4561-A8B9-91191E90E3BD}" dt="2026-09-21T08:50:53.507" v="166" actId="22"/>
          <ac:picMkLst>
            <pc:docMk/>
            <pc:sldMk cId="0" sldId="282"/>
            <ac:picMk id="8" creationId="{2924D4D0-8738-1CED-5AEE-F16C7E55907D}"/>
          </ac:picMkLst>
        </pc:picChg>
      </pc:sldChg>
      <pc:sldChg chg="delSp mod modShow modNotesTx">
        <pc:chgData name="Fondin, Remi" userId="f49ca8a7-edd8-41c4-878f-9d0a68572c3c" providerId="ADAL" clId="{6EC959C9-74E7-4561-A8B9-91191E90E3BD}" dt="2026-09-24T08:53:05.407" v="862" actId="729"/>
        <pc:sldMkLst>
          <pc:docMk/>
          <pc:sldMk cId="0" sldId="283"/>
        </pc:sldMkLst>
      </pc:sldChg>
      <pc:sldChg chg="modSp mod modShow modNotesTx">
        <pc:chgData name="Fondin, Remi" userId="f49ca8a7-edd8-41c4-878f-9d0a68572c3c" providerId="ADAL" clId="{6EC959C9-74E7-4561-A8B9-91191E90E3BD}" dt="2026-09-24T08:53:05.407" v="862" actId="729"/>
        <pc:sldMkLst>
          <pc:docMk/>
          <pc:sldMk cId="0" sldId="284"/>
        </pc:sldMkLst>
        <pc:graphicFrameChg chg="modGraphic">
          <ac:chgData name="Fondin, Remi" userId="f49ca8a7-edd8-41c4-878f-9d0a68572c3c" providerId="ADAL" clId="{6EC959C9-74E7-4561-A8B9-91191E90E3BD}" dt="2026-09-23T14:24:43.182" v="826" actId="20577"/>
          <ac:graphicFrameMkLst>
            <pc:docMk/>
            <pc:sldMk cId="0" sldId="284"/>
            <ac:graphicFrameMk id="30" creationId="{00000000-0000-0000-0000-000000000000}"/>
          </ac:graphicFrameMkLst>
        </pc:graphicFrameChg>
      </pc:sldChg>
      <pc:sldChg chg="mod modShow modNotesTx">
        <pc:chgData name="Fondin, Remi" userId="f49ca8a7-edd8-41c4-878f-9d0a68572c3c" providerId="ADAL" clId="{6EC959C9-74E7-4561-A8B9-91191E90E3BD}" dt="2026-09-24T08:53:05.407" v="862" actId="729"/>
        <pc:sldMkLst>
          <pc:docMk/>
          <pc:sldMk cId="0" sldId="285"/>
        </pc:sldMkLst>
      </pc:sldChg>
      <pc:sldChg chg="mod modShow modNotesTx">
        <pc:chgData name="Fondin, Remi" userId="f49ca8a7-edd8-41c4-878f-9d0a68572c3c" providerId="ADAL" clId="{6EC959C9-74E7-4561-A8B9-91191E90E3BD}" dt="2026-09-24T08:53:05.407" v="862" actId="729"/>
        <pc:sldMkLst>
          <pc:docMk/>
          <pc:sldMk cId="0" sldId="286"/>
        </pc:sldMkLst>
      </pc:sldChg>
      <pc:sldChg chg="mod modShow modNotesTx">
        <pc:chgData name="Fondin, Remi" userId="f49ca8a7-edd8-41c4-878f-9d0a68572c3c" providerId="ADAL" clId="{6EC959C9-74E7-4561-A8B9-91191E90E3BD}" dt="2026-09-24T08:53:05.407" v="862" actId="729"/>
        <pc:sldMkLst>
          <pc:docMk/>
          <pc:sldMk cId="0" sldId="287"/>
        </pc:sldMkLst>
      </pc:sldChg>
      <pc:sldChg chg="modSp add mod modNotesTx">
        <pc:chgData name="Fondin, Remi" userId="f49ca8a7-edd8-41c4-878f-9d0a68572c3c" providerId="ADAL" clId="{6EC959C9-74E7-4561-A8B9-91191E90E3BD}" dt="2026-09-24T08:53:25.465" v="863"/>
        <pc:sldMkLst>
          <pc:docMk/>
          <pc:sldMk cId="99654250" sldId="288"/>
        </pc:sldMkLst>
        <pc:spChg chg="mod">
          <ac:chgData name="Fondin, Remi" userId="f49ca8a7-edd8-41c4-878f-9d0a68572c3c" providerId="ADAL" clId="{6EC959C9-74E7-4561-A8B9-91191E90E3BD}" dt="2026-09-22T21:37:14.858" v="310" actId="20577"/>
          <ac:spMkLst>
            <pc:docMk/>
            <pc:sldMk cId="99654250" sldId="288"/>
            <ac:spMk id="7" creationId="{59F7DA40-68FE-5CA4-CA0D-D28C02DF70D1}"/>
          </ac:spMkLst>
        </pc:spChg>
        <pc:graphicFrameChg chg="mod">
          <ac:chgData name="Fondin, Remi" userId="f49ca8a7-edd8-41c4-878f-9d0a68572c3c" providerId="ADAL" clId="{6EC959C9-74E7-4561-A8B9-91191E90E3BD}" dt="2026-09-24T08:53:25.465" v="863"/>
          <ac:graphicFrameMkLst>
            <pc:docMk/>
            <pc:sldMk cId="99654250" sldId="288"/>
            <ac:graphicFrameMk id="30" creationId="{E6C5113D-8BB5-12B4-0938-2C0BCE40802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Aérien</c:v>
                </c:pt>
              </c:strCache>
            </c:strRef>
          </c:tx>
          <c:spPr>
            <a:solidFill>
              <a:srgbClr val="C31A31"/>
            </a:solidFill>
            <a:effectLst/>
          </c:spPr>
          <c:invertIfNegative val="0"/>
          <c:dLbls>
            <c:numFmt formatCode="0&quot; 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7272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Part des mouvements</c:v>
                </c:pt>
                <c:pt idx="1">
                  <c:v>Part des émissions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</c:v>
                </c:pt>
                <c:pt idx="1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2C-4A5B-9811-6EB7958E08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Routier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&quot; 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7272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Part des mouvements</c:v>
                </c:pt>
                <c:pt idx="1">
                  <c:v>Part des émissions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97.1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2C-4A5B-9811-6EB7958E08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439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DDE4E3"/>
              </a:solidFill>
              <a:prstDash val="solid"/>
              <a:round/>
            </a:ln>
          </c:spPr>
        </c:majorGridlines>
        <c:numFmt formatCode="0&quot; 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F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393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 des émissions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31A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F67-441A-A16E-BB89D8BAA030}"/>
              </c:ext>
            </c:extLst>
          </c:dPt>
          <c:dPt>
            <c:idx val="1"/>
            <c:bubble3D val="0"/>
            <c:spPr>
              <a:solidFill>
                <a:srgbClr val="B979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67-441A-A16E-BB89D8BAA030}"/>
              </c:ext>
            </c:extLst>
          </c:dPt>
          <c:dPt>
            <c:idx val="2"/>
            <c:bubble3D val="0"/>
            <c:spPr>
              <a:solidFill>
                <a:srgbClr val="2E7D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67-441A-A16E-BB89D8BAA030}"/>
              </c:ext>
            </c:extLst>
          </c:dPt>
          <c:dLbls>
            <c:dLbl>
              <c:idx val="0"/>
              <c:numFmt formatCode="0&quot; 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67-441A-A16E-BB89D8BAA030}"/>
                </c:ext>
              </c:extLst>
            </c:dLbl>
            <c:dLbl>
              <c:idx val="1"/>
              <c:numFmt formatCode="0&quot; 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67-441A-A16E-BB89D8BAA030}"/>
                </c:ext>
              </c:extLst>
            </c:dLbl>
            <c:dLbl>
              <c:idx val="2"/>
              <c:numFmt formatCode="0&quot; %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67-441A-A16E-BB89D8BAA030}"/>
                </c:ext>
              </c:extLst>
            </c:dLbl>
            <c:numFmt formatCode="0&quot; 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Cheongju-si 2024</c:v>
                </c:pt>
                <c:pt idx="1">
                  <c:v>Autres vols</c:v>
                </c:pt>
                <c:pt idx="2">
                  <c:v>Fret routier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</c:v>
                </c:pt>
                <c:pt idx="1">
                  <c:v>32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67-441A-A16E-BB89D8BAA0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4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393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03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D933-CBF3-3C7D-8329-B609F749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4AB3A-A2DE-7319-2F8F-86CE14B97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54244-0420-8BF2-10C0-DDC95A7C1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3E169-E15C-63F6-766A-07814D575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61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une automatisation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bilan carbone du transport des œuvres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E7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donnée d'inventaire des collections comme levier de décarbonation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5413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Ingénierie de la culture et de la création  ·  23 septembre 2026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5029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direction de Christine DEBRAY</a:t>
            </a:r>
            <a:endParaRPr lang="en-US" sz="1250" dirty="0"/>
          </a:p>
          <a:p>
            <a:pPr marL="0" indent="0" algn="r">
              <a:lnSpc>
                <a:spcPts val="1900"/>
              </a:lnSpc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: Lucie MARINIER · Inès SELMANE</a:t>
            </a:r>
            <a:endParaRPr lang="en-US" sz="1250" dirty="0"/>
          </a:p>
        </p:txBody>
      </p:sp>
      <p:pic>
        <p:nvPicPr>
          <p:cNvPr id="8" name="Image 0" descr="/home/claude/logo_cnam.png">
            <a:extLst>
              <a:ext uri="{FF2B5EF4-FFF2-40B4-BE49-F238E27FC236}">
                <a16:creationId xmlns:a16="http://schemas.microsoft.com/office/drawing/2014/main" id="{F3AE362F-053F-3229-CC3F-BA9E64B6B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1691640" cy="312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20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920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Genèse et problématique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49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7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663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663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et apports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3774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8E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Genèse et problématique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3383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D'un étonnement devant un cartel à une question de recherche.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GENÈSE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 originel</a:t>
            </a:r>
            <a:endParaRPr lang="en-US" sz="29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9" name="Image 0" descr="/mnt/user-data/uploads/1789824932987_image.png">
            <a:extLst>
              <a:ext uri="{FF2B5EF4-FFF2-40B4-BE49-F238E27FC236}">
                <a16:creationId xmlns:a16="http://schemas.microsoft.com/office/drawing/2014/main" id="{5167E5F4-AC24-D6ED-C620-E3DFDE636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2907792" cy="4114800"/>
          </a:xfrm>
          <a:prstGeom prst="rect">
            <a:avLst/>
          </a:prstGeom>
        </p:spPr>
      </p:pic>
      <p:sp>
        <p:nvSpPr>
          <p:cNvPr id="31" name="Shape 2">
            <a:extLst>
              <a:ext uri="{FF2B5EF4-FFF2-40B4-BE49-F238E27FC236}">
                <a16:creationId xmlns:a16="http://schemas.microsoft.com/office/drawing/2014/main" id="{2BC8DD36-39B8-8036-03F5-4A2AC28B2688}"/>
              </a:ext>
            </a:extLst>
          </p:cNvPr>
          <p:cNvSpPr/>
          <p:nvPr/>
        </p:nvSpPr>
        <p:spPr>
          <a:xfrm>
            <a:off x="4196080" y="1508760"/>
            <a:ext cx="7193280" cy="4114800"/>
          </a:xfrm>
          <a:prstGeom prst="rect">
            <a:avLst/>
          </a:prstGeom>
          <a:solidFill>
            <a:srgbClr val="E4E8E7"/>
          </a:solidFill>
          <a:ln w="12700">
            <a:solidFill>
              <a:srgbClr val="E4E8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2D4284D0-63F5-1260-4DC7-47456C16B3D2}"/>
              </a:ext>
            </a:extLst>
          </p:cNvPr>
          <p:cNvSpPr/>
          <p:nvPr/>
        </p:nvSpPr>
        <p:spPr>
          <a:xfrm>
            <a:off x="4709160" y="1592253"/>
            <a:ext cx="6126480" cy="1997761"/>
          </a:xfrm>
          <a:prstGeom prst="rect">
            <a:avLst/>
          </a:prstGeom>
          <a:solidFill>
            <a:srgbClr val="FFFFFF"/>
          </a:solidFill>
          <a:ln w="9525">
            <a:solidFill>
              <a:srgbClr val="CDD4D3"/>
            </a:solidFill>
            <a:prstDash val="solid"/>
          </a:ln>
          <a:effectLst>
            <a:outerShdw blurRad="1270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F13DDBB5-6E1C-3FBF-DA05-490AE052E013}"/>
              </a:ext>
            </a:extLst>
          </p:cNvPr>
          <p:cNvSpPr txBox="1"/>
          <p:nvPr/>
        </p:nvSpPr>
        <p:spPr>
          <a:xfrm>
            <a:off x="5074920" y="1839141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 RICHTER</a:t>
            </a:r>
            <a:endParaRPr lang="en-US" sz="12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AC2CBAF-7781-E6C3-3B11-8B28EDCD70F4}"/>
              </a:ext>
            </a:extLst>
          </p:cNvPr>
          <p:cNvSpPr txBox="1"/>
          <p:nvPr/>
        </p:nvSpPr>
        <p:spPr>
          <a:xfrm>
            <a:off x="5074920" y="2140893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Verkündigung nach Tizian</a:t>
            </a:r>
            <a:r>
              <a:rPr lang="en-US" sz="210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1973</a:t>
            </a:r>
            <a:endParaRPr lang="en-US" sz="21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A7E1E219-9FFC-13EB-D41B-F449C590E075}"/>
              </a:ext>
            </a:extLst>
          </p:cNvPr>
          <p:cNvSpPr txBox="1"/>
          <p:nvPr/>
        </p:nvSpPr>
        <p:spPr>
          <a:xfrm>
            <a:off x="5074920" y="2552373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Huile sur toile, 125 × 200 cm</a:t>
            </a:r>
            <a:endParaRPr lang="en-US" sz="13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9C69B6C0-A2CF-D6DD-C04C-65962E3E09AB}"/>
              </a:ext>
            </a:extLst>
          </p:cNvPr>
          <p:cNvSpPr txBox="1"/>
          <p:nvPr/>
        </p:nvSpPr>
        <p:spPr>
          <a:xfrm>
            <a:off x="5074920" y="2872413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Hirshhorn Museum and Sculpture Garden, Smithsonian Institution, </a:t>
            </a:r>
            <a:r>
              <a:rPr lang="en-US" sz="110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Washington, DC</a:t>
            </a:r>
            <a:r>
              <a:rPr lang="en-US" sz="11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Joseph H. Hirshhorn Purchase Fund, 1994</a:t>
            </a:r>
            <a:endParaRPr lang="en-US" sz="110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891C3B91-EF3F-3488-FC36-9AF1999DAEE6}"/>
              </a:ext>
            </a:extLst>
          </p:cNvPr>
          <p:cNvSpPr/>
          <p:nvPr/>
        </p:nvSpPr>
        <p:spPr>
          <a:xfrm>
            <a:off x="4709160" y="3674751"/>
            <a:ext cx="1862327" cy="1826515"/>
          </a:xfrm>
          <a:prstGeom prst="rect">
            <a:avLst/>
          </a:prstGeom>
          <a:solidFill>
            <a:srgbClr val="FFFFFF"/>
          </a:solidFill>
          <a:ln w="9525">
            <a:solidFill>
              <a:srgbClr val="CDD4D3"/>
            </a:solidFill>
            <a:prstDash val="solid"/>
          </a:ln>
          <a:effectLst>
            <a:outerShdw blurRad="1270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338A0DA3-0ECA-17C7-DCE8-31FF6BAD52CC}"/>
              </a:ext>
            </a:extLst>
          </p:cNvPr>
          <p:cNvSpPr txBox="1"/>
          <p:nvPr/>
        </p:nvSpPr>
        <p:spPr>
          <a:xfrm>
            <a:off x="4838150" y="3857631"/>
            <a:ext cx="1733337" cy="21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 RICHTER</a:t>
            </a:r>
            <a:endParaRPr lang="en-US" sz="85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D25B262B-5176-F211-DEB5-D166753E11DC}"/>
              </a:ext>
            </a:extLst>
          </p:cNvPr>
          <p:cNvSpPr txBox="1"/>
          <p:nvPr/>
        </p:nvSpPr>
        <p:spPr>
          <a:xfrm>
            <a:off x="4838150" y="4086231"/>
            <a:ext cx="1733337" cy="54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Venedig (Insel)</a:t>
            </a:r>
            <a:endParaRPr lang="en-US" sz="15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3FBE0EF2-D949-E49C-5CBD-137C4A624477}"/>
              </a:ext>
            </a:extLst>
          </p:cNvPr>
          <p:cNvSpPr txBox="1"/>
          <p:nvPr/>
        </p:nvSpPr>
        <p:spPr>
          <a:xfrm>
            <a:off x="4838150" y="4541845"/>
            <a:ext cx="1733337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2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F8BC0B8D-463B-1235-5FFD-7F9947622D53}"/>
              </a:ext>
            </a:extLst>
          </p:cNvPr>
          <p:cNvSpPr txBox="1"/>
          <p:nvPr/>
        </p:nvSpPr>
        <p:spPr>
          <a:xfrm>
            <a:off x="4838150" y="4843597"/>
            <a:ext cx="1733337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Yageo Foundation</a:t>
            </a:r>
            <a:endParaRPr lang="en-US" sz="105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8094433B-8477-0526-E710-7475024FD3DD}"/>
              </a:ext>
            </a:extLst>
          </p:cNvPr>
          <p:cNvSpPr txBox="1"/>
          <p:nvPr/>
        </p:nvSpPr>
        <p:spPr>
          <a:xfrm>
            <a:off x="4838150" y="5052318"/>
            <a:ext cx="1733337" cy="36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Taïwan</a:t>
            </a:r>
            <a:endParaRPr lang="en-US" sz="1900" b="1" dirty="0">
              <a:solidFill>
                <a:srgbClr val="C31A3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6F4F2825-4263-E848-BD46-D9DC941710D6}"/>
              </a:ext>
            </a:extLst>
          </p:cNvPr>
          <p:cNvSpPr/>
          <p:nvPr/>
        </p:nvSpPr>
        <p:spPr>
          <a:xfrm>
            <a:off x="6841236" y="3680200"/>
            <a:ext cx="1862327" cy="1826515"/>
          </a:xfrm>
          <a:prstGeom prst="rect">
            <a:avLst/>
          </a:prstGeom>
          <a:solidFill>
            <a:srgbClr val="FFFFFF"/>
          </a:solidFill>
          <a:ln w="9525">
            <a:solidFill>
              <a:srgbClr val="CDD4D3"/>
            </a:solidFill>
            <a:prstDash val="solid"/>
          </a:ln>
          <a:effectLst>
            <a:outerShdw blurRad="1270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0B4D38FB-13F9-9E2C-CDD3-7719BFF7D8AA}"/>
              </a:ext>
            </a:extLst>
          </p:cNvPr>
          <p:cNvSpPr txBox="1"/>
          <p:nvPr/>
        </p:nvSpPr>
        <p:spPr>
          <a:xfrm>
            <a:off x="6970226" y="3863080"/>
            <a:ext cx="1733337" cy="21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 RICHTER</a:t>
            </a:r>
            <a:endParaRPr lang="en-US" sz="85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39A9B215-DB58-7D8A-A84F-8DBD26AE6F7A}"/>
              </a:ext>
            </a:extLst>
          </p:cNvPr>
          <p:cNvSpPr txBox="1"/>
          <p:nvPr/>
        </p:nvSpPr>
        <p:spPr>
          <a:xfrm>
            <a:off x="6970226" y="4091680"/>
            <a:ext cx="1733337" cy="54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Gegenüberstellung 2</a:t>
            </a:r>
            <a:endParaRPr lang="en-US" sz="15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F2960584-A327-9ED3-94EA-A247F177945E}"/>
              </a:ext>
            </a:extLst>
          </p:cNvPr>
          <p:cNvSpPr txBox="1"/>
          <p:nvPr/>
        </p:nvSpPr>
        <p:spPr>
          <a:xfrm>
            <a:off x="6970226" y="4547294"/>
            <a:ext cx="1733337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lang="en-US" sz="120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C766EFD3-CF0C-EF2C-D17C-905D3A3350A8}"/>
              </a:ext>
            </a:extLst>
          </p:cNvPr>
          <p:cNvSpPr txBox="1"/>
          <p:nvPr/>
        </p:nvSpPr>
        <p:spPr>
          <a:xfrm>
            <a:off x="6970226" y="4849046"/>
            <a:ext cx="1733337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of Modern Art</a:t>
            </a:r>
            <a:endParaRPr lang="en-US" sz="1050" dirty="0"/>
          </a:p>
        </p:txBody>
      </p:sp>
      <p:sp>
        <p:nvSpPr>
          <p:cNvPr id="65" name="Text 20">
            <a:extLst>
              <a:ext uri="{FF2B5EF4-FFF2-40B4-BE49-F238E27FC236}">
                <a16:creationId xmlns:a16="http://schemas.microsoft.com/office/drawing/2014/main" id="{CBAB1943-FA87-FE8F-AECF-AA776D2E33A2}"/>
              </a:ext>
            </a:extLst>
          </p:cNvPr>
          <p:cNvSpPr txBox="1"/>
          <p:nvPr/>
        </p:nvSpPr>
        <p:spPr>
          <a:xfrm>
            <a:off x="6970226" y="5057767"/>
            <a:ext cx="1733337" cy="36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York</a:t>
            </a:r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2EA412DC-7F3A-9D93-1D25-3BD20A57978A}"/>
              </a:ext>
            </a:extLst>
          </p:cNvPr>
          <p:cNvSpPr/>
          <p:nvPr/>
        </p:nvSpPr>
        <p:spPr>
          <a:xfrm>
            <a:off x="8973313" y="3680200"/>
            <a:ext cx="1862327" cy="1826515"/>
          </a:xfrm>
          <a:prstGeom prst="rect">
            <a:avLst/>
          </a:prstGeom>
          <a:solidFill>
            <a:srgbClr val="FFFFFF"/>
          </a:solidFill>
          <a:ln w="9525">
            <a:solidFill>
              <a:srgbClr val="CDD4D3"/>
            </a:solidFill>
            <a:prstDash val="solid"/>
          </a:ln>
          <a:effectLst>
            <a:outerShdw blurRad="127000" dist="254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C2B963B3-192F-694B-A947-B3B7BDC8DF70}"/>
              </a:ext>
            </a:extLst>
          </p:cNvPr>
          <p:cNvSpPr txBox="1"/>
          <p:nvPr/>
        </p:nvSpPr>
        <p:spPr>
          <a:xfrm>
            <a:off x="9102303" y="3863080"/>
            <a:ext cx="1733337" cy="21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GERHARD RICHTER</a:t>
            </a:r>
            <a:endParaRPr lang="en-US" sz="85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8219E133-18F0-6FFA-D45D-C08FF46BF059}"/>
              </a:ext>
            </a:extLst>
          </p:cNvPr>
          <p:cNvSpPr txBox="1"/>
          <p:nvPr/>
        </p:nvSpPr>
        <p:spPr>
          <a:xfrm>
            <a:off x="9102303" y="4091680"/>
            <a:ext cx="1733337" cy="54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Birkenau</a:t>
            </a:r>
            <a:endParaRPr lang="en-US" sz="1500" dirty="0"/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772FA8EA-F45D-BA1C-8C66-8C582CBB17FB}"/>
              </a:ext>
            </a:extLst>
          </p:cNvPr>
          <p:cNvSpPr txBox="1"/>
          <p:nvPr/>
        </p:nvSpPr>
        <p:spPr>
          <a:xfrm>
            <a:off x="9102303" y="4547294"/>
            <a:ext cx="1733337" cy="22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E6DDA44D-DEC5-1F0F-004A-883A12989996}"/>
              </a:ext>
            </a:extLst>
          </p:cNvPr>
          <p:cNvSpPr txBox="1"/>
          <p:nvPr/>
        </p:nvSpPr>
        <p:spPr>
          <a:xfrm>
            <a:off x="9102303" y="4849046"/>
            <a:ext cx="1733337" cy="248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Nationalgalerie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899006EB-2FD1-2267-21A7-416B9F952B8E}"/>
              </a:ext>
            </a:extLst>
          </p:cNvPr>
          <p:cNvSpPr txBox="1"/>
          <p:nvPr/>
        </p:nvSpPr>
        <p:spPr>
          <a:xfrm>
            <a:off x="9102303" y="5057767"/>
            <a:ext cx="1733337" cy="36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Berlin</a:t>
            </a:r>
            <a:endParaRPr lang="en-US" sz="1900" dirty="0"/>
          </a:p>
        </p:txBody>
      </p:sp>
      <p:sp>
        <p:nvSpPr>
          <p:cNvPr id="79" name="Shape 8">
            <a:extLst>
              <a:ext uri="{FF2B5EF4-FFF2-40B4-BE49-F238E27FC236}">
                <a16:creationId xmlns:a16="http://schemas.microsoft.com/office/drawing/2014/main" id="{493A05C8-AC2E-7590-E816-08B9A67605BD}"/>
              </a:ext>
            </a:extLst>
          </p:cNvPr>
          <p:cNvSpPr/>
          <p:nvPr/>
        </p:nvSpPr>
        <p:spPr>
          <a:xfrm>
            <a:off x="548640" y="5805186"/>
            <a:ext cx="11000232" cy="505643"/>
          </a:xfrm>
          <a:prstGeom prst="roundRect">
            <a:avLst>
              <a:gd name="adj" fmla="val 5385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BB3F5339-BC37-99A0-F30D-038044437B13}"/>
              </a:ext>
            </a:extLst>
          </p:cNvPr>
          <p:cNvSpPr txBox="1"/>
          <p:nvPr/>
        </p:nvSpPr>
        <p:spPr>
          <a:xfrm>
            <a:off x="1005840" y="5805186"/>
            <a:ext cx="10058400" cy="50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Immobilité</a:t>
            </a: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contemplative de </a:t>
            </a:r>
            <a:r>
              <a:rPr lang="en-US" sz="18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l’esthetique</a:t>
            </a: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VS </a:t>
            </a:r>
            <a:r>
              <a:rPr lang="en-US" sz="18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complexité</a:t>
            </a: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18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machinerie</a:t>
            </a: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8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GENÈSE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double posture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Étudiant Cnam M2 ICC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prise de conscience globale de l'urgence climatique, appliquée au secteur de la culture.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6012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l'étonnement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611112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Ingénieur informatique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2377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Appétence pour les sujets techniques, en particulier ceux liés à la donnée.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11112" y="324612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611112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en problème technique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1148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ressource : la compréhension technique. Un biais : l'optimisme technologique — que l'hypothèse H3 met à l'épreuve.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86968" y="4709160"/>
            <a:ext cx="1038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Mesurer « industriellement » l'empreinte du transport des œuvres, pour en faire un levier de décarbonation.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ENJEU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poste secondaire, mais maîtrisable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7589520" y="173736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7909560" y="1920240"/>
            <a:ext cx="3383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circulation des collections est un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lequel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l'institution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</a:t>
            </a:r>
            <a:r>
              <a:rPr lang="en-US" sz="1400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rgbClr val="17272B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589520" y="315468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790956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50 %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813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transport dans l'empreinte d'un prêt muséal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2F77BAE-BDEB-3EED-A0FD-5000994EA0F5}"/>
              </a:ext>
            </a:extLst>
          </p:cNvPr>
          <p:cNvSpPr txBox="1"/>
          <p:nvPr/>
        </p:nvSpPr>
        <p:spPr>
          <a:xfrm>
            <a:off x="1894840" y="5925312"/>
            <a:ext cx="372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</a:t>
            </a:r>
            <a:r>
              <a:rPr lang="en-US" sz="1050" dirty="0" err="1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</a:t>
            </a:r>
            <a:r>
              <a:rPr lang="en-US" sz="10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5 FRAC — diagnostic Platform × Les Augures, 2024</a:t>
            </a:r>
            <a:endParaRPr lang="en-US" sz="105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C90B04A-847E-CC4E-6D04-608E875C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2" y="1322542"/>
            <a:ext cx="6982168" cy="4602769"/>
          </a:xfrm>
          <a:prstGeom prst="roundRect">
            <a:avLst>
              <a:gd name="adj" fmla="val 3064"/>
            </a:avLst>
          </a:prstGeom>
          <a:ln w="19050">
            <a:solidFill>
              <a:srgbClr val="17272B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0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Dans quelle mesure la donnée existante liée au déplacement des œuvres peut-elle être un levier opérationnel de décarbonation, et à quelles conditions cette automatisation numérique constitue-t-elle une réponse pertinente, utile et sobre ? »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94360" y="411480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Donnée-trace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bougé, quand, où 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39712" y="411480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7205472" y="4343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Donnée-indicateur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coûterait tel scénario de prêt 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HYPOTHÈSES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hypothèses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372263"/>
            <a:ext cx="3511296" cy="2468880"/>
          </a:xfrm>
          <a:prstGeom prst="roundRect">
            <a:avLst>
              <a:gd name="adj" fmla="val 2593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2646583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40943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89583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en a-t-il besoin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2372263"/>
            <a:ext cx="3511296" cy="2468880"/>
          </a:xfrm>
          <a:prstGeom prst="roundRect">
            <a:avLst>
              <a:gd name="adj" fmla="val 2593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727448" y="2646583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3240943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3789583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le permet-elle 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9016" y="2372263"/>
            <a:ext cx="3511296" cy="2468880"/>
          </a:xfrm>
          <a:prstGeom prst="roundRect">
            <a:avLst>
              <a:gd name="adj" fmla="val 2593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494776" y="2646583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94776" y="3240943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94776" y="3789583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est-il sobre 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3774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8E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3383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matériaux qui se répondent : ce que disent les acteurs, ce que dit la donnée.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MÉTHODE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et terrain empirique</a:t>
            </a:r>
            <a:endParaRPr lang="en-US" sz="2900" dirty="0"/>
          </a:p>
        </p:txBody>
      </p:sp>
      <p:sp>
        <p:nvSpPr>
          <p:cNvPr id="28" name="Shape 26"/>
          <p:cNvSpPr/>
          <p:nvPr/>
        </p:nvSpPr>
        <p:spPr>
          <a:xfrm>
            <a:off x="594360" y="3308404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17272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1051560" y="3308404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34455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de concept technique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385704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996 mouvements réels extraits de l'API Navigart du FRAC Picardie, calcul conforme à ISO 14083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634284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868680" y="47714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 Picardie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1097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principal — le POC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34256" y="4634284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4608576" y="47714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Videomuseum (Gcoll)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4608576" y="51097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d'extension — un réseau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74152" y="4634284"/>
            <a:ext cx="3520440" cy="1051560"/>
          </a:xfrm>
          <a:prstGeom prst="roundRect">
            <a:avLst>
              <a:gd name="adj" fmla="val 608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8348472" y="47714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(Decalog)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8348472" y="51097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contre-épreuve — un autre CMS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8D6A5A91-A298-606B-46CA-E9C0CC492537}"/>
              </a:ext>
            </a:extLst>
          </p:cNvPr>
          <p:cNvSpPr/>
          <p:nvPr/>
        </p:nvSpPr>
        <p:spPr>
          <a:xfrm>
            <a:off x="595884" y="1982524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2E7D6B"/>
          </a:solidFill>
          <a:ln w="1270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EAE3D15C-FC99-5907-BF0A-B09EECA59F06}"/>
              </a:ext>
            </a:extLst>
          </p:cNvPr>
          <p:cNvSpPr txBox="1"/>
          <p:nvPr/>
        </p:nvSpPr>
        <p:spPr>
          <a:xfrm>
            <a:off x="1053084" y="1982524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4FFBAD8E-B03C-96B6-2981-5B84955ABEE5}"/>
              </a:ext>
            </a:extLst>
          </p:cNvPr>
          <p:cNvSpPr txBox="1"/>
          <p:nvPr/>
        </p:nvSpPr>
        <p:spPr>
          <a:xfrm>
            <a:off x="1784604" y="21196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entretiens semi-directifs, février – juin 2026</a:t>
            </a:r>
            <a:endParaRPr lang="en-US" sz="1700" dirty="0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9207878F-5200-DDCA-567E-070CE49D78F4}"/>
              </a:ext>
            </a:extLst>
          </p:cNvPr>
          <p:cNvSpPr txBox="1"/>
          <p:nvPr/>
        </p:nvSpPr>
        <p:spPr>
          <a:xfrm>
            <a:off x="1784604" y="253116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Éditeurs de CMS · institution · régie · expertise sectorielle (ICOM, Ministère de la Culture, Les Augures)</a:t>
            </a:r>
          </a:p>
        </p:txBody>
      </p:sp>
      <p:sp>
        <p:nvSpPr>
          <p:cNvPr id="5" name="Flèche : courbe vers la droite 4">
            <a:extLst>
              <a:ext uri="{FF2B5EF4-FFF2-40B4-BE49-F238E27FC236}">
                <a16:creationId xmlns:a16="http://schemas.microsoft.com/office/drawing/2014/main" id="{C605EFE7-A43D-0259-D788-9000B0C98989}"/>
              </a:ext>
            </a:extLst>
          </p:cNvPr>
          <p:cNvSpPr/>
          <p:nvPr/>
        </p:nvSpPr>
        <p:spPr>
          <a:xfrm>
            <a:off x="137160" y="2598882"/>
            <a:ext cx="731520" cy="1216152"/>
          </a:xfrm>
          <a:prstGeom prst="curvedRightArrow">
            <a:avLst/>
          </a:prstGeom>
          <a:solidFill>
            <a:srgbClr val="EFF2F1"/>
          </a:solidFill>
          <a:ln w="6350">
            <a:solidFill>
              <a:srgbClr val="172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Flèche : courbe vers la droite 6">
            <a:extLst>
              <a:ext uri="{FF2B5EF4-FFF2-40B4-BE49-F238E27FC236}">
                <a16:creationId xmlns:a16="http://schemas.microsoft.com/office/drawing/2014/main" id="{FA7A448B-A77D-D413-B3F6-63C4FE43CD23}"/>
              </a:ext>
            </a:extLst>
          </p:cNvPr>
          <p:cNvSpPr/>
          <p:nvPr/>
        </p:nvSpPr>
        <p:spPr>
          <a:xfrm rot="10800000">
            <a:off x="11262360" y="2598882"/>
            <a:ext cx="731520" cy="1216152"/>
          </a:xfrm>
          <a:prstGeom prst="curvedRightArrow">
            <a:avLst/>
          </a:prstGeom>
          <a:solidFill>
            <a:srgbClr val="EFF2F1"/>
          </a:solidFill>
          <a:ln w="6350">
            <a:solidFill>
              <a:srgbClr val="172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3774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8E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3383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hypothèses à l'épreuve du terrain et de la donnée.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H1 · PERTINENCE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besoin pris en tenaille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0232" cy="960120"/>
          </a:xfrm>
          <a:prstGeom prst="roundRect">
            <a:avLst>
              <a:gd name="adj" fmla="val 666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haut — la norme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BEGES  ·  feuille de route du ministère  ·  référentiel CACTE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11000232" cy="1463040"/>
          </a:xfrm>
          <a:prstGeom prst="roundRect">
            <a:avLst>
              <a:gd name="adj" fmla="val 4375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051560" y="3108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Pour la première fois, on m'a demandé de mettre une clause environnementale dans l'analyse des offres de transport. »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Bénédicte Rochet, régisseuse d'œuvres d'art (AFROA)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1000232" cy="960120"/>
          </a:xfrm>
          <a:prstGeom prst="roundRect">
            <a:avLst>
              <a:gd name="adj" fmla="val 666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96012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bas — le contrat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environnementales  ·  bilan carbone comme critère de sélection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H1 · PERTINENCE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freins actuels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146852"/>
            <a:ext cx="3749040" cy="2651760"/>
          </a:xfrm>
          <a:prstGeom prst="roundRect">
            <a:avLst>
              <a:gd name="adj" fmla="val 2414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25126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30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5184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expositions mesurées chaque année par Paris Musées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2146852"/>
            <a:ext cx="6885432" cy="777240"/>
          </a:xfrm>
          <a:prstGeom prst="roundRect">
            <a:avLst>
              <a:gd name="adj" fmla="val 823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4983480" y="214685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21468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1468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saisie se fait après coup, parfois groupée sur un mois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061252"/>
            <a:ext cx="6885432" cy="777240"/>
          </a:xfrm>
          <a:prstGeom prst="roundRect">
            <a:avLst>
              <a:gd name="adj" fmla="val 823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983480" y="306125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30612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approximations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0612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automatisation, la mesure reste imprécise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3975652"/>
            <a:ext cx="6885432" cy="777240"/>
          </a:xfrm>
          <a:prstGeom prst="roundRect">
            <a:avLst>
              <a:gd name="adj" fmla="val 823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4983480" y="397565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9756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 de mise en action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9756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mesure rétrospective qui ne pilote aucune réduction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17034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31520" y="51703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34256" y="517034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4471416" y="51703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74152" y="517034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8211312" y="51703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H2 · PREUVE DE CONCEPT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mouvement d'œuvre à la tonne de CO₂e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Navigart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unique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cache local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17272B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14083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64108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61120" y="169164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052560" y="1691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2743200"/>
            <a:ext cx="11000232" cy="731520"/>
          </a:xfrm>
          <a:prstGeom prst="roundRect">
            <a:avLst>
              <a:gd name="adj" fmla="val 8750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594360" y="2743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Émissions  =  Distance (km)  ×  Masse (t)  ×  Facteur d'émission (kg CO₂e / t.km)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4360" y="3703320"/>
            <a:ext cx="3511296" cy="1874520"/>
          </a:xfrm>
          <a:prstGeom prst="roundRect">
            <a:avLst>
              <a:gd name="adj" fmla="val 341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914400" y="3840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(NF EN 16258)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4400" y="43159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914400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condition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80060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des trajectoires. Géocodée ici, textuelle ailleurs.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61688" y="3703320"/>
            <a:ext cx="3511296" cy="1874520"/>
          </a:xfrm>
          <a:prstGeom prst="roundRect">
            <a:avLst>
              <a:gd name="adj" fmla="val 341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4681728" y="3840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Masse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81728" y="43159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681728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80060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forfait par domaine, majoré de 30 % pour la caisse.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9016" y="3703320"/>
            <a:ext cx="3511296" cy="1874520"/>
          </a:xfrm>
          <a:prstGeom prst="roundRect">
            <a:avLst>
              <a:gd name="adj" fmla="val 341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8449056" y="37033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de transport (</a:t>
            </a:r>
            <a:r>
              <a:rPr lang="fr-FR" sz="1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ADEME Base Carbone)</a:t>
            </a:r>
          </a:p>
        </p:txBody>
      </p:sp>
      <p:sp>
        <p:nvSpPr>
          <p:cNvPr id="29" name="Shape 27"/>
          <p:cNvSpPr/>
          <p:nvPr/>
        </p:nvSpPr>
        <p:spPr>
          <a:xfrm>
            <a:off x="8449056" y="431596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8449056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449056" y="480060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: routier en Europe, aérien au-delà.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3CE5-DE51-EF0C-E1F3-73618DE8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2DD7EB-71DF-0507-948A-E17E08B50750}"/>
              </a:ext>
            </a:extLst>
          </p:cNvPr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2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B9498E-7C2D-5729-EEE7-A6ED6E5E7788}"/>
              </a:ext>
            </a:extLst>
          </p:cNvPr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Cartographie complète ISO 14083 × Navigart × Flora</a:t>
            </a:r>
            <a:endParaRPr lang="en-US" sz="2900" dirty="0"/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E6C5113D-8BB5-12B4-0938-2C0BCE408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850142"/>
              </p:ext>
            </p:extLst>
          </p:nvPr>
        </p:nvGraphicFramePr>
        <p:xfrm>
          <a:off x="594360" y="1645920"/>
          <a:ext cx="11000232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ISO 14083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mouvement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Conséquence méthodologique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Coordonnées départ / arrivée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géocodées (exception)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adresses textuelles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géocodage requis pour généraliser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Étapes intermédiaires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présent, 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tracé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trajectoires simplifiées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précise de transport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approximée depuis les dates d'expo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Masse de l'œuvre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présente, rarement remplie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forfait par 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colis peu remplies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majoration forfaitaire de 30 %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structuré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estimé — limite du calcul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de transport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libre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géographique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Convoyage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renseigné ponctuellement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mesurable à l'échelle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Mutualisation / groupage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mesurable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06BF062F-7406-322B-CD0A-30582D2E2907}"/>
              </a:ext>
            </a:extLst>
          </p:cNvPr>
          <p:cNvSpPr txBox="1"/>
          <p:nvPr/>
        </p:nvSpPr>
        <p:spPr>
          <a:xfrm>
            <a:off x="594360" y="56692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Flora établie à partir de l'entretien éditeur, sans vérification directe dans le logiciel.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A19275-8F0E-5605-A63B-F979D0A2AB0B}"/>
              </a:ext>
            </a:extLst>
          </p:cNvPr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F7DA40-68FE-5CA4-CA0D-D28C02DF70D1}"/>
              </a:ext>
            </a:extLst>
          </p:cNvPr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9654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H2 · POINT AVEUGLE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bases pour la mémoire, pas pour la mesure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4754880" cy="2194560"/>
          </a:xfrm>
          <a:prstGeom prst="roundRect">
            <a:avLst>
              <a:gd name="adj" fmla="val 291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CMS enregistre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· Où · Quand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Finalité : la mémoire de l'œuvre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chaînon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834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839712" y="1737360"/>
            <a:ext cx="4754880" cy="2194560"/>
          </a:xfrm>
          <a:prstGeom prst="roundRect">
            <a:avLst>
              <a:gd name="adj" fmla="val 2917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205472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14083 exige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286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× Masse × Facteur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Finalité : la métrologie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690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un défaut des logiciels de collections : c'est leur finalité.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6177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COMBLER LES MANQUES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schéma  </a:t>
            </a: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faire évoluer les standards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45352" y="4937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565392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de saisie  </a:t>
            </a: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contraindre le champ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kern="0" spc="180" noProof="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H2 · RÉSULTATS</a:t>
            </a:r>
            <a:endParaRPr lang="fr-FR" sz="105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sur l'échantillon du POC</a:t>
            </a:r>
            <a:endParaRPr lang="fr-FR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578608" cy="1188720"/>
          </a:xfrm>
          <a:prstGeom prst="roundRect">
            <a:avLst>
              <a:gd name="adj" fmla="val 53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996</a:t>
            </a:r>
            <a:endParaRPr lang="fr-FR" sz="29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</a:t>
            </a:r>
            <a:endParaRPr lang="fr-F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3392424" y="1691640"/>
            <a:ext cx="2578608" cy="1188720"/>
          </a:xfrm>
          <a:prstGeom prst="roundRect">
            <a:avLst>
              <a:gd name="adj" fmla="val 53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3621024" y="1783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17 974</a:t>
            </a:r>
            <a:endParaRPr lang="fr-FR" sz="29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377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œuvres</a:t>
            </a:r>
            <a:endParaRPr lang="fr-F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190488" y="1691640"/>
            <a:ext cx="2578608" cy="1188720"/>
          </a:xfrm>
          <a:prstGeom prst="roundRect">
            <a:avLst>
              <a:gd name="adj" fmla="val 53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1783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888 470</a:t>
            </a:r>
            <a:endParaRPr lang="fr-FR" sz="29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377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kilomètres A/R</a:t>
            </a:r>
            <a:endParaRPr lang="fr-F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8988552" y="1691640"/>
            <a:ext cx="2578608" cy="1188720"/>
          </a:xfrm>
          <a:prstGeom prst="roundRect">
            <a:avLst>
              <a:gd name="adj" fmla="val 5385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9217152" y="1783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ans</a:t>
            </a:r>
            <a:endParaRPr lang="fr-FR" sz="29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377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couverts</a:t>
            </a:r>
            <a:endParaRPr lang="fr-FR" sz="1250" noProof="0" dirty="0"/>
          </a:p>
        </p:txBody>
      </p:sp>
      <p:sp>
        <p:nvSpPr>
          <p:cNvPr id="16" name="Shape 14"/>
          <p:cNvSpPr/>
          <p:nvPr/>
        </p:nvSpPr>
        <p:spPr>
          <a:xfrm>
            <a:off x="594360" y="3063240"/>
            <a:ext cx="4400093" cy="685800"/>
          </a:xfrm>
          <a:prstGeom prst="rect">
            <a:avLst/>
          </a:prstGeom>
          <a:solidFill>
            <a:srgbClr val="2E7D6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063240"/>
            <a:ext cx="44000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40 %  Région Hauts-de-France</a:t>
            </a:r>
            <a:endParaRPr lang="fr-FR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4994453" y="3063240"/>
            <a:ext cx="4400093" cy="685800"/>
          </a:xfrm>
          <a:prstGeom prst="rect">
            <a:avLst/>
          </a:prstGeom>
          <a:solidFill>
            <a:srgbClr val="24393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4994453" y="3063240"/>
            <a:ext cx="44000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40 %  National</a:t>
            </a:r>
            <a:endParaRPr lang="fr-F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9394546" y="3063240"/>
            <a:ext cx="2200046" cy="685800"/>
          </a:xfrm>
          <a:prstGeom prst="rect">
            <a:avLst/>
          </a:prstGeom>
          <a:solidFill>
            <a:srgbClr val="C31A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394546" y="3063240"/>
            <a:ext cx="22000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20 %  International</a:t>
            </a:r>
            <a:endParaRPr lang="fr-FR" sz="12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404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 mouvements routiers  ·  29 mouvements aériens</a:t>
            </a:r>
            <a:endParaRPr lang="fr-FR" sz="1300" noProof="0" dirty="0"/>
          </a:p>
        </p:txBody>
      </p:sp>
      <p:sp>
        <p:nvSpPr>
          <p:cNvPr id="23" name="Shape 21"/>
          <p:cNvSpPr/>
          <p:nvPr/>
        </p:nvSpPr>
        <p:spPr>
          <a:xfrm>
            <a:off x="594360" y="4227342"/>
            <a:ext cx="3821997" cy="1600200"/>
          </a:xfrm>
          <a:prstGeom prst="roundRect">
            <a:avLst>
              <a:gd name="adj" fmla="val 4000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41022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33,3 t </a:t>
            </a:r>
            <a:r>
              <a:rPr lang="fr-FR" sz="30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CO₂e</a:t>
            </a:r>
            <a:endParaRPr lang="fr-FR" sz="3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95886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estimées sur l'échantillon</a:t>
            </a:r>
            <a:endParaRPr lang="fr-FR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4803531" y="4227342"/>
            <a:ext cx="6766560" cy="2039112"/>
          </a:xfrm>
          <a:prstGeom prst="roundRect">
            <a:avLst>
              <a:gd name="adj" fmla="val 4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5123570" y="4427103"/>
            <a:ext cx="53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fr-FR" sz="1600" noProof="0" dirty="0"/>
          </a:p>
        </p:txBody>
      </p:sp>
      <p:sp>
        <p:nvSpPr>
          <p:cNvPr id="29" name="Shape 27"/>
          <p:cNvSpPr/>
          <p:nvPr/>
        </p:nvSpPr>
        <p:spPr>
          <a:xfrm>
            <a:off x="5141859" y="4820295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5379603" y="4747143"/>
            <a:ext cx="50601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des mouvements représentés</a:t>
            </a:r>
            <a:endParaRPr lang="fr-FR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5141859" y="5149479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5379603" y="5076327"/>
            <a:ext cx="50601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 d'incertitude 10 &lt; 33,3 &lt; 57 t</a:t>
            </a:r>
            <a:endParaRPr lang="fr-FR" sz="1400" noProof="0" dirty="0"/>
          </a:p>
        </p:txBody>
      </p:sp>
      <p:sp>
        <p:nvSpPr>
          <p:cNvPr id="33" name="Shape 31"/>
          <p:cNvSpPr/>
          <p:nvPr/>
        </p:nvSpPr>
        <p:spPr>
          <a:xfrm>
            <a:off x="5141859" y="5478663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5379603" y="5405511"/>
            <a:ext cx="50601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identique pour toutes les œuvres d'un lot</a:t>
            </a:r>
            <a:endParaRPr lang="fr-FR" sz="14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fr-FR" sz="900" noProof="0" dirty="0"/>
          </a:p>
        </p:txBody>
      </p:sp>
      <p:sp>
        <p:nvSpPr>
          <p:cNvPr id="36" name="Text 34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noProof="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fr-FR" sz="900" noProof="0" dirty="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2127CB2B-C597-B371-785A-9624D33BFB30}"/>
              </a:ext>
            </a:extLst>
          </p:cNvPr>
          <p:cNvSpPr/>
          <p:nvPr/>
        </p:nvSpPr>
        <p:spPr>
          <a:xfrm>
            <a:off x="5141859" y="576963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97103A4B-5FEE-1093-2FD9-6BC583532FD8}"/>
              </a:ext>
            </a:extLst>
          </p:cNvPr>
          <p:cNvSpPr txBox="1"/>
          <p:nvPr/>
        </p:nvSpPr>
        <p:spPr>
          <a:xfrm>
            <a:off x="5379602" y="5696478"/>
            <a:ext cx="550820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de volume non considérée dans les calculs</a:t>
            </a:r>
            <a:endParaRPr lang="fr-FR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H3 · COHÉRENCE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l'outil coûte, ce qu'il peut éviter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kg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 err="1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</a:t>
            </a: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développement compris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78308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4608576" y="2011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97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 kg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 err="1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médian d'un mouvement de l'échantillon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4152" y="178308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348472" y="2011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33,3 t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fret qu'il permet de chiffrer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028223"/>
            <a:ext cx="11000232" cy="1005840"/>
          </a:xfrm>
          <a:prstGeom prst="roundRect">
            <a:avLst>
              <a:gd name="adj" fmla="val 6364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051560" y="4028223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 écologique de l'outil est absorbé s'il contribue à éviter ou rationaliser deux trajets.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3774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8E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et apports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33832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verdicts, quatre conditions, et ce qui reste à faire.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SYNTHÈSE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verdicts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2007040"/>
            <a:ext cx="11000232" cy="960120"/>
          </a:xfrm>
          <a:prstGeom prst="roundRect">
            <a:avLst>
              <a:gd name="adj" fmla="val 666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60120" y="20070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007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Validée avec réserves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200704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est réel, mais conditionné.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104320"/>
            <a:ext cx="11000232" cy="960120"/>
          </a:xfrm>
          <a:prstGeom prst="roundRect">
            <a:avLst>
              <a:gd name="adj" fmla="val 666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960120" y="31043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104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Reformulée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1043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déjà-là » ne suffit pas : l'apport est la cartographie des manques.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201600"/>
            <a:ext cx="11000232" cy="960120"/>
          </a:xfrm>
          <a:prstGeom prst="roundRect">
            <a:avLst>
              <a:gd name="adj" fmla="val 666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960120" y="42016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201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Validée sous condition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42016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négligeable, bénéfice suspendu à un changement de pratiques.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LA QUESTION DE RECHERCHE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levier, à quatre conditions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134799"/>
            <a:ext cx="2578608" cy="2286000"/>
          </a:xfrm>
          <a:prstGeom prst="roundRect">
            <a:avLst>
              <a:gd name="adj" fmla="val 2500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68680" y="3363399"/>
            <a:ext cx="1280160" cy="48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12039"/>
            <a:ext cx="2029968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ressaisie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72159"/>
            <a:ext cx="2029968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 « déjà-là », pas une calculette de plus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2424" y="3134799"/>
            <a:ext cx="2578608" cy="2286000"/>
          </a:xfrm>
          <a:prstGeom prst="roundRect">
            <a:avLst>
              <a:gd name="adj" fmla="val 2500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666744" y="3363399"/>
            <a:ext cx="1280160" cy="48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66744" y="3912039"/>
            <a:ext cx="2029968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règles documentées et ouvertes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4872159"/>
            <a:ext cx="2029968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règle explicite et sourcée pour chaque manque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3134799"/>
            <a:ext cx="2578608" cy="2286000"/>
          </a:xfrm>
          <a:prstGeom prst="roundRect">
            <a:avLst>
              <a:gd name="adj" fmla="val 2500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464808" y="3363399"/>
            <a:ext cx="1280160" cy="48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912039"/>
            <a:ext cx="2029968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incitation réglementaire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4872159"/>
            <a:ext cx="2029968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conditionner les subventions à la mesure d'impact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88552" y="3134799"/>
            <a:ext cx="2578608" cy="2286000"/>
          </a:xfrm>
          <a:prstGeom prst="roundRect">
            <a:avLst>
              <a:gd name="adj" fmla="val 2500"/>
            </a:avLst>
          </a:prstGeom>
          <a:solidFill>
            <a:srgbClr val="24393E"/>
          </a:solidFill>
          <a:ln w="12700">
            <a:solidFill>
              <a:srgbClr val="2439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262872" y="3363399"/>
            <a:ext cx="1280160" cy="48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3912039"/>
            <a:ext cx="2029968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usage décisionnel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4872159"/>
            <a:ext cx="2029968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bilan rétrospectif à l'arbitrage en amont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577842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contribution n'est pas un outil clé en main, mais la cartographie et la documentation qui rendent ces conditions atteignables.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3AEA81A-5111-456C-E51E-80F188D3FAEB}"/>
              </a:ext>
            </a:extLst>
          </p:cNvPr>
          <p:cNvSpPr txBox="1"/>
          <p:nvPr/>
        </p:nvSpPr>
        <p:spPr>
          <a:xfrm>
            <a:off x="594360" y="1508760"/>
            <a:ext cx="11000232" cy="1316738"/>
          </a:xfrm>
          <a:prstGeom prst="roundRect">
            <a:avLst>
              <a:gd name="adj" fmla="val 8293"/>
            </a:avLst>
          </a:prstGeom>
          <a:solidFill>
            <a:srgbClr val="EFF2F1"/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 Dans quelle mesure la donnée existante liée au déplacement des œuvres peut-elle être un levier opérationnel de décarbonation, et à quelles conditions cette automatisation numérique constitue-t-elle une réponse pertinente, utile et sobre ? »</a:t>
            </a:r>
            <a:endParaRPr lang="en-US" dirty="0">
              <a:solidFill>
                <a:srgbClr val="17272B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REPRODUCTIBILITÉ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dépôt public, pas seulement un résultat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576762" y="3307368"/>
            <a:ext cx="6514151" cy="777240"/>
          </a:xfrm>
          <a:prstGeom prst="roundRect">
            <a:avLst>
              <a:gd name="adj" fmla="val 8235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51082" y="3307368"/>
            <a:ext cx="60157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github.com/remifondin/empreinte-ecologique-mouvement-oeuvres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17" name="Image 0" descr="/mnt/user-data/uploads/1789825631672_image.png">
            <a:extLst>
              <a:ext uri="{FF2B5EF4-FFF2-40B4-BE49-F238E27FC236}">
                <a16:creationId xmlns:a16="http://schemas.microsoft.com/office/drawing/2014/main" id="{AA5FB15E-2C2F-7DAA-F617-DF141A84C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42" y="1358661"/>
            <a:ext cx="4189850" cy="49899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kern="0" spc="180" noProof="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PERSPECTIVES</a:t>
            </a:r>
            <a:endParaRPr lang="fr-FR" sz="105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900" b="1" noProof="0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travail ne dit pas encore</a:t>
            </a:r>
            <a:endParaRPr lang="fr-FR" sz="29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3749040"/>
          </a:xfrm>
          <a:prstGeom prst="roundRect">
            <a:avLst>
              <a:gd name="adj" fmla="val 1707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fr-FR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1024128" y="274320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FRAC, pré-géocodé</a:t>
            </a:r>
            <a:endParaRPr lang="fr-FR" sz="1350" noProof="0" dirty="0"/>
          </a:p>
        </p:txBody>
      </p:sp>
      <p:sp>
        <p:nvSpPr>
          <p:cNvPr id="8" name="Shape 6"/>
          <p:cNvSpPr/>
          <p:nvPr/>
        </p:nvSpPr>
        <p:spPr>
          <a:xfrm>
            <a:off x="1024128" y="329184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et mode construits par hypothèse</a:t>
            </a:r>
            <a:endParaRPr lang="fr-FR" sz="1350" noProof="0" dirty="0"/>
          </a:p>
        </p:txBody>
      </p:sp>
      <p:sp>
        <p:nvSpPr>
          <p:cNvPr id="10" name="Shape 8"/>
          <p:cNvSpPr/>
          <p:nvPr/>
        </p:nvSpPr>
        <p:spPr>
          <a:xfrm>
            <a:off x="1024128" y="384048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30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tiers de l'activité hors CMS</a:t>
            </a:r>
            <a:endParaRPr lang="fr-FR" sz="1350" noProof="0" dirty="0"/>
          </a:p>
        </p:txBody>
      </p:sp>
      <p:sp>
        <p:nvSpPr>
          <p:cNvPr id="12" name="Shape 10"/>
          <p:cNvSpPr/>
          <p:nvPr/>
        </p:nvSpPr>
        <p:spPr>
          <a:xfrm>
            <a:off x="1024128" y="438912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79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interlocuteurs déjà sensibilisés</a:t>
            </a:r>
            <a:endParaRPr lang="fr-FR" sz="1350" noProof="0" dirty="0"/>
          </a:p>
        </p:txBody>
      </p:sp>
      <p:sp>
        <p:nvSpPr>
          <p:cNvPr id="14" name="Shape 12"/>
          <p:cNvSpPr/>
          <p:nvPr/>
        </p:nvSpPr>
        <p:spPr>
          <a:xfrm>
            <a:off x="1024128" y="4937760"/>
            <a:ext cx="118872" cy="118872"/>
          </a:xfrm>
          <a:prstGeom prst="ellipse">
            <a:avLst/>
          </a:prstGeom>
          <a:solidFill>
            <a:srgbClr val="C31A31"/>
          </a:solidFill>
          <a:ln w="12700">
            <a:solidFill>
              <a:srgbClr val="C31A3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28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transporteur interrogé</a:t>
            </a:r>
            <a:endParaRPr lang="fr-FR" sz="1350" noProof="0" dirty="0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5349240" cy="3749040"/>
          </a:xfrm>
          <a:prstGeom prst="roundRect">
            <a:avLst>
              <a:gd name="adj" fmla="val 1707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fr-FR" sz="2000" noProof="0" dirty="0"/>
          </a:p>
        </p:txBody>
      </p:sp>
      <p:sp>
        <p:nvSpPr>
          <p:cNvPr id="18" name="Shape 16"/>
          <p:cNvSpPr/>
          <p:nvPr/>
        </p:nvSpPr>
        <p:spPr>
          <a:xfrm>
            <a:off x="6675120" y="2743200"/>
            <a:ext cx="118872" cy="1188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5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à </a:t>
            </a:r>
            <a:r>
              <a:rPr lang="fr-FR" sz="1350" noProof="0" dirty="0" err="1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Videomuseum</a:t>
            </a:r>
            <a:endParaRPr lang="fr-FR" sz="1350" noProof="0" dirty="0"/>
          </a:p>
        </p:txBody>
      </p:sp>
      <p:sp>
        <p:nvSpPr>
          <p:cNvPr id="20" name="Shape 18"/>
          <p:cNvSpPr/>
          <p:nvPr/>
        </p:nvSpPr>
        <p:spPr>
          <a:xfrm>
            <a:off x="6675120" y="3291840"/>
            <a:ext cx="118872" cy="1188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3182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en API</a:t>
            </a:r>
            <a:endParaRPr lang="fr-FR" sz="1350" noProof="0" dirty="0"/>
          </a:p>
        </p:txBody>
      </p:sp>
      <p:sp>
        <p:nvSpPr>
          <p:cNvPr id="22" name="Shape 20"/>
          <p:cNvSpPr/>
          <p:nvPr/>
        </p:nvSpPr>
        <p:spPr>
          <a:xfrm>
            <a:off x="6675120" y="3840480"/>
            <a:ext cx="118872" cy="1188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730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5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Joindre les notices d'œuvres, voire de colis</a:t>
            </a:r>
            <a:endParaRPr lang="fr-FR" sz="1350" noProof="0" dirty="0"/>
          </a:p>
        </p:txBody>
      </p:sp>
      <p:sp>
        <p:nvSpPr>
          <p:cNvPr id="24" name="Shape 22"/>
          <p:cNvSpPr/>
          <p:nvPr/>
        </p:nvSpPr>
        <p:spPr>
          <a:xfrm>
            <a:off x="6675120" y="4389120"/>
            <a:ext cx="118872" cy="1188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4279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la brique « fret » de calculettes carbone (OCRE)</a:t>
            </a:r>
            <a:endParaRPr lang="fr-FR" sz="1350" noProof="0" dirty="0"/>
          </a:p>
        </p:txBody>
      </p:sp>
      <p:sp>
        <p:nvSpPr>
          <p:cNvPr id="26" name="Shape 24"/>
          <p:cNvSpPr/>
          <p:nvPr/>
        </p:nvSpPr>
        <p:spPr>
          <a:xfrm>
            <a:off x="6675120" y="4937760"/>
            <a:ext cx="118872" cy="1188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4828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Contraindre les champs</a:t>
            </a:r>
            <a:endParaRPr lang="fr-FR" sz="135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 ·  23 septembre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8" name="Image 0" descr="/home/claude/logo_cnam_blanc.png">
            <a:extLst>
              <a:ext uri="{FF2B5EF4-FFF2-40B4-BE49-F238E27FC236}">
                <a16:creationId xmlns:a16="http://schemas.microsoft.com/office/drawing/2014/main" id="{2924D4D0-8738-1CED-5AEE-F16C7E55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0080"/>
            <a:ext cx="1463040" cy="2706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théorique : quatre champs croisés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41832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Comptabilité carbone du fret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957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14083 · GHG Protocol, Scope 3 · la tonne-kilomètre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59282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1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1993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Métadonnées patrimoniales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3957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musées 2002 · CIDOC-CRM · LIDO · Spectrum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941832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221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mesure comme levier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2245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Desrosières : quantifier, c'est décider ce qui est comparable · Espeland &amp; Sauder : la réactivité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356616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592824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3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05472" y="38221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Sobriété numérique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42245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ADEME-ARCEP · Shift Project · RGESN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Cartographie complète ISO 14083 × Navigart × Flora</a:t>
            </a:r>
            <a:endParaRPr lang="en-US" sz="2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41621"/>
              </p:ext>
            </p:extLst>
          </p:nvPr>
        </p:nvGraphicFramePr>
        <p:xfrm>
          <a:off x="594360" y="1645920"/>
          <a:ext cx="11000232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ISO 14083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mouvement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Conséquence méthodologique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Coordonnées départ / arrivée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géocodées (exception)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adresses textuelles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géocodage requis pour généraliser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Étapes intermédiaires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présent, 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tracé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trajectoires simplifiées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précise de transport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approximée depuis les dates d'expo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Masse de l'œuvre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présente, rarement remplie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forfait par 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colis peu remplies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majoration forfaitaire de 30 %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structuré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estimé — limite du calcul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de transport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libre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imputation géographique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Convoyage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renseigné ponctuellement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mesurable à l'échelle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Mutualisation / groupage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31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mesurable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6692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Flora établie à partir de l'entretien éditeur, sans vérification directe dans le logiciel.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de calcul, facteurs et forfaits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760720" cy="1828800"/>
          </a:xfrm>
          <a:prstGeom prst="roundRect">
            <a:avLst>
              <a:gd name="adj" fmla="val 35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— NF EN 16258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 : orthodromie (Haversine) majorée de 95 km par vol.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Routier : orthodromie × facteur de détour national — France ×1,65 ; Europe ×1,46 (Ballou, Rahardja &amp; Sakai, 2002).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760720" cy="1828800"/>
          </a:xfrm>
          <a:prstGeom prst="roundRect">
            <a:avLst>
              <a:gd name="adj" fmla="val 35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— ADEME Base Carbone® v23.11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06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Routier, articulé 34-40 t, diesel : 0,0875 kg CO₂e/t.km.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Aérien, cargo &gt; 100 t et &gt; 5 000 km, avec traînées : 1,01 kg CO₂e/t.km.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déclarée : ± 70 % dans les deux cas.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1691640"/>
          <a:ext cx="4846320" cy="2304288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Forfait de masse — œuvre 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Dessin, estampe, photographie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7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Peinture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7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Sculpture, œuvre en 3 dimensions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7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7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 non répertorié (défaut)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7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748272" y="4069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de travail assumée, en l'absence de toute valeur publiée. Majoration de 30 % au titre du conditionnement (convention du calculateur de la Gallery Climate Coalition). Sommée sur toutes les œuvres du lot.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sept entretiens semi-directifs</a:t>
            </a:r>
            <a:endParaRPr lang="en-US" sz="2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Interlocuteur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et organisation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dans la chaîne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Flavie Le Plapoux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Directrice adjointe, Videomuseum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mutualisant les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04/03/26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Laurence Perrillat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Co-fondatrice, Les Augures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 sectorielle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18/03/26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Camilla Schianchi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Chercheuse, ICOM France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 sectorielle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10/04/26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Joséphine Ducruet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Formatrice, Flora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Édition de CMS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13/05/26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Baptiste Rigaux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Pôle exposition, FRAC Picardie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 de terrain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27/05/26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Bénédicte Rochet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Régisseuse d'œuvres, AFROA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Régie des œuvres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05/06/26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Christine Debray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Déléguée au numérique responsable, ministère de la Culture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Expertise sectorielle (tutelle)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26/06/26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44068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Debray cumule le statut d'interviewée et celui de directrice de ce mémoire : même trame semi-directive, propos mobilisés comme un matériau parmi d'autres. Aucun transporteur n'a répondu aux sollicitations.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Auto-empreinte du dispositif</a:t>
            </a:r>
            <a:endParaRPr lang="en-US" sz="2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6766560" cy="26334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Hypothèse retenue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portable, 10 jours-machine sur 4 ans de vie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 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Électricité d'usage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kWh, mix français à 30-55 g/kWh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– 0,2 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extraction unique de 0,4 Mo, en cache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0,0018 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moins de 10 Mo, aucun hébergement serveur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négligeable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243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 de grandeur, non une mesure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kg CO₂e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3959352" cy="1600200"/>
          </a:xfrm>
          <a:prstGeom prst="roundRect">
            <a:avLst>
              <a:gd name="adj" fmla="val 4000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9552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générative, hors total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40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500 requêtes sur la durée du travail, à 0,34–10 Wh l'unité : de l'ordre de 10 à 300 g CO₂e. Même multipliée par mille, cette charge ne modifie pas la conclusion.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3520440"/>
            <a:ext cx="3959352" cy="1371600"/>
          </a:xfrm>
          <a:prstGeom prst="roundRect">
            <a:avLst>
              <a:gd name="adj" fmla="val 4667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955280" y="3520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Guide sectoriel Loisirs et Culture (ADEME), étude ADEME-ARCEP, bilans électriques RTE.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50292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refus d'une ACV de l'outil est un choix assumé : le GHG Protocol autorise l'estimation grossière des sources dont la contribution est négligeable au regard du total.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H2 · RÉSULTATS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3 % des mouvements, 91 % des émissions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91640"/>
          <a:ext cx="7406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776472" cy="1737360"/>
          </a:xfrm>
          <a:prstGeom prst="roundRect">
            <a:avLst>
              <a:gd name="adj" fmla="val 3684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8138160" y="1965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mouvement routier le plus émetteur — 118 œuvres vers Marseille en 2023 — ne pèse que 137 kg CO₂e, soit 0,4 % du total.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18120" y="3794760"/>
            <a:ext cx="3776472" cy="1737360"/>
          </a:xfrm>
          <a:prstGeom prst="roundRect">
            <a:avLst>
              <a:gd name="adj" fmla="val 3684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8138160" y="3794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Quarante ans de diffusion régionale pèsent moins qu'une seule exposition intercontinentale.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31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H2 · RÉSERVE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1000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total doit à une règle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691640"/>
          <a:ext cx="49377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828800"/>
            <a:ext cx="5925312" cy="1691640"/>
          </a:xfrm>
          <a:prstGeom prst="roundRect">
            <a:avLst>
              <a:gd name="adj" fmla="val 3784"/>
            </a:avLst>
          </a:prstGeom>
          <a:solidFill>
            <a:srgbClr val="EFF2F1"/>
          </a:solidFill>
          <a:ln w="12700">
            <a:solidFill>
              <a:srgbClr val="EF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03504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mouvement, 59 % du total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45059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3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œuvres vers la Corée, dont le domaine principal ne figure pas dans la grille de forfaits : elles reçoivent la masse par défaut de 15 kg.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0" y="3703320"/>
            <a:ext cx="5925312" cy="1828800"/>
          </a:xfrm>
          <a:prstGeom prst="roundRect">
            <a:avLst>
              <a:gd name="adj" fmla="val 3500"/>
            </a:avLst>
          </a:prstGeom>
          <a:solidFill>
            <a:srgbClr val="17272B"/>
          </a:solidFill>
          <a:ln w="12700">
            <a:solidFill>
              <a:srgbClr val="172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6035040" y="37033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d'œuvres conditionnent tout calcul rigoureux. Joindre les notices, voire les informations de colis du transporteur, serait le premier pas vers la précision.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Rémi Fondin · M2 Ingénierie de la culture et de la création · 23 septembre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64240" y="63825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2583</Words>
  <Application>Microsoft Office PowerPoint</Application>
  <PresentationFormat>Grand écran</PresentationFormat>
  <Paragraphs>513</Paragraphs>
  <Slides>31</Slides>
  <Notes>31</Notes>
  <HiddenSlides>7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Fondin, Remi</cp:lastModifiedBy>
  <cp:revision>1</cp:revision>
  <dcterms:created xsi:type="dcterms:W3CDTF">2026-09-21T08:32:22Z</dcterms:created>
  <dcterms:modified xsi:type="dcterms:W3CDTF">2026-09-24T08:55:09Z</dcterms:modified>
</cp:coreProperties>
</file>